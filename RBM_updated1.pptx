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57" r:id="rId6"/>
    <p:sldId id="258" r:id="rId7"/>
    <p:sldId id="259" r:id="rId8"/>
    <p:sldId id="267" r:id="rId9"/>
    <p:sldId id="268" r:id="rId10"/>
    <p:sldId id="260" r:id="rId11"/>
    <p:sldId id="269" r:id="rId12"/>
    <p:sldId id="261" r:id="rId13"/>
    <p:sldId id="262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3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78FD79-6069-4D0C-8E79-32240DE95B6C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9C9B6E-E9BE-411E-9F80-8C6E53440F7F}">
      <dgm:prSet/>
      <dgm:spPr/>
      <dgm:t>
        <a:bodyPr/>
        <a:lstStyle/>
        <a:p>
          <a:r>
            <a:rPr lang="en-US"/>
            <a:t>• A statikus weboldal teljes átírása React alapokra</a:t>
          </a:r>
        </a:p>
      </dgm:t>
    </dgm:pt>
    <dgm:pt modelId="{60DEF137-7548-4BC1-B7A7-66257E6E7847}" type="parTrans" cxnId="{433EF16A-B394-499C-9B09-41D200FBFF5F}">
      <dgm:prSet/>
      <dgm:spPr/>
      <dgm:t>
        <a:bodyPr/>
        <a:lstStyle/>
        <a:p>
          <a:endParaRPr lang="en-US"/>
        </a:p>
      </dgm:t>
    </dgm:pt>
    <dgm:pt modelId="{3006C299-ABE9-4EF6-8629-F12283439A03}" type="sibTrans" cxnId="{433EF16A-B394-499C-9B09-41D200FBFF5F}">
      <dgm:prSet/>
      <dgm:spPr/>
      <dgm:t>
        <a:bodyPr/>
        <a:lstStyle/>
        <a:p>
          <a:endParaRPr lang="en-US"/>
        </a:p>
      </dgm:t>
    </dgm:pt>
    <dgm:pt modelId="{F6CA390E-6BCC-44EC-B921-E83D93CC9D0D}">
      <dgm:prSet/>
      <dgm:spPr/>
      <dgm:t>
        <a:bodyPr/>
        <a:lstStyle/>
        <a:p>
          <a:r>
            <a:rPr lang="en-US"/>
            <a:t>• Adatbázis réteg átalakítása REST alapú Web API-ra</a:t>
          </a:r>
        </a:p>
      </dgm:t>
    </dgm:pt>
    <dgm:pt modelId="{5C0D5F55-DA6C-4D35-A06D-19DF493F22F7}" type="parTrans" cxnId="{30B5CF73-E9BA-4216-BC6A-41508136F3AA}">
      <dgm:prSet/>
      <dgm:spPr/>
      <dgm:t>
        <a:bodyPr/>
        <a:lstStyle/>
        <a:p>
          <a:endParaRPr lang="en-US"/>
        </a:p>
      </dgm:t>
    </dgm:pt>
    <dgm:pt modelId="{DA1EC6DD-683D-43F1-8054-3AE46C7B8BA8}" type="sibTrans" cxnId="{30B5CF73-E9BA-4216-BC6A-41508136F3AA}">
      <dgm:prSet/>
      <dgm:spPr/>
      <dgm:t>
        <a:bodyPr/>
        <a:lstStyle/>
        <a:p>
          <a:endParaRPr lang="en-US"/>
        </a:p>
      </dgm:t>
    </dgm:pt>
    <dgm:pt modelId="{CAFAFBA2-003D-453F-BA2C-1A8A6CA10033}">
      <dgm:prSet/>
      <dgm:spPr/>
      <dgm:t>
        <a:bodyPr/>
        <a:lstStyle/>
        <a:p>
          <a:r>
            <a:rPr lang="en-US"/>
            <a:t>• Asztali alkalmazás fejlesztése elkezdődött</a:t>
          </a:r>
        </a:p>
      </dgm:t>
    </dgm:pt>
    <dgm:pt modelId="{3F1C6AD7-870D-4A95-B838-274BC67FD7DA}" type="parTrans" cxnId="{0672CC66-F33B-4647-9044-4629448F1E07}">
      <dgm:prSet/>
      <dgm:spPr/>
      <dgm:t>
        <a:bodyPr/>
        <a:lstStyle/>
        <a:p>
          <a:endParaRPr lang="en-US"/>
        </a:p>
      </dgm:t>
    </dgm:pt>
    <dgm:pt modelId="{ED4FC8F7-2B35-4D02-A099-BC7A326ED9F5}" type="sibTrans" cxnId="{0672CC66-F33B-4647-9044-4629448F1E07}">
      <dgm:prSet/>
      <dgm:spPr/>
      <dgm:t>
        <a:bodyPr/>
        <a:lstStyle/>
        <a:p>
          <a:endParaRPr lang="en-US"/>
        </a:p>
      </dgm:t>
    </dgm:pt>
    <dgm:pt modelId="{187BD708-8106-43DD-8026-276210A9B1A1}">
      <dgm:prSet/>
      <dgm:spPr/>
      <dgm:t>
        <a:bodyPr/>
        <a:lstStyle/>
        <a:p>
          <a:r>
            <a:rPr lang="en-US"/>
            <a:t>• Jelentős technológiai váltások és integrációs kihívások</a:t>
          </a:r>
        </a:p>
      </dgm:t>
    </dgm:pt>
    <dgm:pt modelId="{1423DAE0-DBC6-4997-8D9F-F8B4638FA889}" type="parTrans" cxnId="{106F7067-7854-4D9C-B860-02B6FF736597}">
      <dgm:prSet/>
      <dgm:spPr/>
      <dgm:t>
        <a:bodyPr/>
        <a:lstStyle/>
        <a:p>
          <a:endParaRPr lang="en-US"/>
        </a:p>
      </dgm:t>
    </dgm:pt>
    <dgm:pt modelId="{8E06C77B-325B-4284-978D-A1929C711722}" type="sibTrans" cxnId="{106F7067-7854-4D9C-B860-02B6FF736597}">
      <dgm:prSet/>
      <dgm:spPr/>
      <dgm:t>
        <a:bodyPr/>
        <a:lstStyle/>
        <a:p>
          <a:endParaRPr lang="en-US"/>
        </a:p>
      </dgm:t>
    </dgm:pt>
    <dgm:pt modelId="{5FD71090-3C82-47B2-9F49-4504D1426DDF}" type="pres">
      <dgm:prSet presAssocID="{5A78FD79-6069-4D0C-8E79-32240DE95B6C}" presName="diagram" presStyleCnt="0">
        <dgm:presLayoutVars>
          <dgm:dir/>
          <dgm:resizeHandles val="exact"/>
        </dgm:presLayoutVars>
      </dgm:prSet>
      <dgm:spPr/>
    </dgm:pt>
    <dgm:pt modelId="{0F9820B6-7219-42DA-903F-4FA39BC5DF6A}" type="pres">
      <dgm:prSet presAssocID="{0D9C9B6E-E9BE-411E-9F80-8C6E53440F7F}" presName="node" presStyleLbl="node1" presStyleIdx="0" presStyleCnt="4">
        <dgm:presLayoutVars>
          <dgm:bulletEnabled val="1"/>
        </dgm:presLayoutVars>
      </dgm:prSet>
      <dgm:spPr/>
    </dgm:pt>
    <dgm:pt modelId="{549D8AFE-91EA-4260-94AF-CF8D987248DE}" type="pres">
      <dgm:prSet presAssocID="{3006C299-ABE9-4EF6-8629-F12283439A03}" presName="sibTrans" presStyleCnt="0"/>
      <dgm:spPr/>
    </dgm:pt>
    <dgm:pt modelId="{28BDCE57-A5DA-4AC2-A025-E4C1222387E2}" type="pres">
      <dgm:prSet presAssocID="{F6CA390E-6BCC-44EC-B921-E83D93CC9D0D}" presName="node" presStyleLbl="node1" presStyleIdx="1" presStyleCnt="4">
        <dgm:presLayoutVars>
          <dgm:bulletEnabled val="1"/>
        </dgm:presLayoutVars>
      </dgm:prSet>
      <dgm:spPr/>
    </dgm:pt>
    <dgm:pt modelId="{9C5C201B-9149-4897-9FC1-74AB9F4BE292}" type="pres">
      <dgm:prSet presAssocID="{DA1EC6DD-683D-43F1-8054-3AE46C7B8BA8}" presName="sibTrans" presStyleCnt="0"/>
      <dgm:spPr/>
    </dgm:pt>
    <dgm:pt modelId="{F95873E3-F4BC-4A77-B7C6-84202403089D}" type="pres">
      <dgm:prSet presAssocID="{CAFAFBA2-003D-453F-BA2C-1A8A6CA10033}" presName="node" presStyleLbl="node1" presStyleIdx="2" presStyleCnt="4">
        <dgm:presLayoutVars>
          <dgm:bulletEnabled val="1"/>
        </dgm:presLayoutVars>
      </dgm:prSet>
      <dgm:spPr/>
    </dgm:pt>
    <dgm:pt modelId="{AA5BC33B-7128-4DC7-9BE0-B00E50202022}" type="pres">
      <dgm:prSet presAssocID="{ED4FC8F7-2B35-4D02-A099-BC7A326ED9F5}" presName="sibTrans" presStyleCnt="0"/>
      <dgm:spPr/>
    </dgm:pt>
    <dgm:pt modelId="{9D1D990B-D4C4-4829-98E2-64702D3C2173}" type="pres">
      <dgm:prSet presAssocID="{187BD708-8106-43DD-8026-276210A9B1A1}" presName="node" presStyleLbl="node1" presStyleIdx="3" presStyleCnt="4">
        <dgm:presLayoutVars>
          <dgm:bulletEnabled val="1"/>
        </dgm:presLayoutVars>
      </dgm:prSet>
      <dgm:spPr/>
    </dgm:pt>
  </dgm:ptLst>
  <dgm:cxnLst>
    <dgm:cxn modelId="{3F020B04-84D7-4571-9814-97303947C4E4}" type="presOf" srcId="{CAFAFBA2-003D-453F-BA2C-1A8A6CA10033}" destId="{F95873E3-F4BC-4A77-B7C6-84202403089D}" srcOrd="0" destOrd="0" presId="urn:microsoft.com/office/officeart/2005/8/layout/default"/>
    <dgm:cxn modelId="{EBB5AB2C-47E1-40F3-878D-E979E037FCDC}" type="presOf" srcId="{5A78FD79-6069-4D0C-8E79-32240DE95B6C}" destId="{5FD71090-3C82-47B2-9F49-4504D1426DDF}" srcOrd="0" destOrd="0" presId="urn:microsoft.com/office/officeart/2005/8/layout/default"/>
    <dgm:cxn modelId="{0672CC66-F33B-4647-9044-4629448F1E07}" srcId="{5A78FD79-6069-4D0C-8E79-32240DE95B6C}" destId="{CAFAFBA2-003D-453F-BA2C-1A8A6CA10033}" srcOrd="2" destOrd="0" parTransId="{3F1C6AD7-870D-4A95-B838-274BC67FD7DA}" sibTransId="{ED4FC8F7-2B35-4D02-A099-BC7A326ED9F5}"/>
    <dgm:cxn modelId="{106F7067-7854-4D9C-B860-02B6FF736597}" srcId="{5A78FD79-6069-4D0C-8E79-32240DE95B6C}" destId="{187BD708-8106-43DD-8026-276210A9B1A1}" srcOrd="3" destOrd="0" parTransId="{1423DAE0-DBC6-4997-8D9F-F8B4638FA889}" sibTransId="{8E06C77B-325B-4284-978D-A1929C711722}"/>
    <dgm:cxn modelId="{433EF16A-B394-499C-9B09-41D200FBFF5F}" srcId="{5A78FD79-6069-4D0C-8E79-32240DE95B6C}" destId="{0D9C9B6E-E9BE-411E-9F80-8C6E53440F7F}" srcOrd="0" destOrd="0" parTransId="{60DEF137-7548-4BC1-B7A7-66257E6E7847}" sibTransId="{3006C299-ABE9-4EF6-8629-F12283439A03}"/>
    <dgm:cxn modelId="{30B5CF73-E9BA-4216-BC6A-41508136F3AA}" srcId="{5A78FD79-6069-4D0C-8E79-32240DE95B6C}" destId="{F6CA390E-6BCC-44EC-B921-E83D93CC9D0D}" srcOrd="1" destOrd="0" parTransId="{5C0D5F55-DA6C-4D35-A06D-19DF493F22F7}" sibTransId="{DA1EC6DD-683D-43F1-8054-3AE46C7B8BA8}"/>
    <dgm:cxn modelId="{CFC4EF75-E5D4-4B2C-AEB2-5EE12A9521DC}" type="presOf" srcId="{F6CA390E-6BCC-44EC-B921-E83D93CC9D0D}" destId="{28BDCE57-A5DA-4AC2-A025-E4C1222387E2}" srcOrd="0" destOrd="0" presId="urn:microsoft.com/office/officeart/2005/8/layout/default"/>
    <dgm:cxn modelId="{F677F0B5-7286-465C-9C26-84FA1E756625}" type="presOf" srcId="{0D9C9B6E-E9BE-411E-9F80-8C6E53440F7F}" destId="{0F9820B6-7219-42DA-903F-4FA39BC5DF6A}" srcOrd="0" destOrd="0" presId="urn:microsoft.com/office/officeart/2005/8/layout/default"/>
    <dgm:cxn modelId="{D112CFF4-71C0-4547-8465-3CDEF3812FFB}" type="presOf" srcId="{187BD708-8106-43DD-8026-276210A9B1A1}" destId="{9D1D990B-D4C4-4829-98E2-64702D3C2173}" srcOrd="0" destOrd="0" presId="urn:microsoft.com/office/officeart/2005/8/layout/default"/>
    <dgm:cxn modelId="{D647AF20-5414-4D4F-8093-1D2F1306FCAA}" type="presParOf" srcId="{5FD71090-3C82-47B2-9F49-4504D1426DDF}" destId="{0F9820B6-7219-42DA-903F-4FA39BC5DF6A}" srcOrd="0" destOrd="0" presId="urn:microsoft.com/office/officeart/2005/8/layout/default"/>
    <dgm:cxn modelId="{B61871CE-6907-4844-8267-37FF9C6E6186}" type="presParOf" srcId="{5FD71090-3C82-47B2-9F49-4504D1426DDF}" destId="{549D8AFE-91EA-4260-94AF-CF8D987248DE}" srcOrd="1" destOrd="0" presId="urn:microsoft.com/office/officeart/2005/8/layout/default"/>
    <dgm:cxn modelId="{3765AAFB-9A91-4EB6-8902-63F02A2C7A75}" type="presParOf" srcId="{5FD71090-3C82-47B2-9F49-4504D1426DDF}" destId="{28BDCE57-A5DA-4AC2-A025-E4C1222387E2}" srcOrd="2" destOrd="0" presId="urn:microsoft.com/office/officeart/2005/8/layout/default"/>
    <dgm:cxn modelId="{751B3F39-A472-4D91-A06C-9B815E66AB5B}" type="presParOf" srcId="{5FD71090-3C82-47B2-9F49-4504D1426DDF}" destId="{9C5C201B-9149-4897-9FC1-74AB9F4BE292}" srcOrd="3" destOrd="0" presId="urn:microsoft.com/office/officeart/2005/8/layout/default"/>
    <dgm:cxn modelId="{7B320D94-8B3D-4313-89A1-3E43C902AC38}" type="presParOf" srcId="{5FD71090-3C82-47B2-9F49-4504D1426DDF}" destId="{F95873E3-F4BC-4A77-B7C6-84202403089D}" srcOrd="4" destOrd="0" presId="urn:microsoft.com/office/officeart/2005/8/layout/default"/>
    <dgm:cxn modelId="{42BD88F3-06AC-4A94-BF22-869EC358B60E}" type="presParOf" srcId="{5FD71090-3C82-47B2-9F49-4504D1426DDF}" destId="{AA5BC33B-7128-4DC7-9BE0-B00E50202022}" srcOrd="5" destOrd="0" presId="urn:microsoft.com/office/officeart/2005/8/layout/default"/>
    <dgm:cxn modelId="{8831E524-F63A-4735-80F1-674D4C79FBE7}" type="presParOf" srcId="{5FD71090-3C82-47B2-9F49-4504D1426DDF}" destId="{9D1D990B-D4C4-4829-98E2-64702D3C217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483A6F-F522-4EF6-9F6F-9806567FA4CE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2ECB96-BA87-4AF8-96EE-1B021E13E174}">
      <dgm:prSet/>
      <dgm:spPr/>
      <dgm:t>
        <a:bodyPr/>
        <a:lstStyle/>
        <a:p>
          <a:r>
            <a:rPr lang="en-US"/>
            <a:t>• A három különböző platform (React, Web API, Desktop) integrációja komplex</a:t>
          </a:r>
        </a:p>
      </dgm:t>
    </dgm:pt>
    <dgm:pt modelId="{7519457F-8B9C-43BD-926C-4D73344A88A5}" type="parTrans" cxnId="{FFDADEEA-E8C5-407D-983C-273386AE443F}">
      <dgm:prSet/>
      <dgm:spPr/>
      <dgm:t>
        <a:bodyPr/>
        <a:lstStyle/>
        <a:p>
          <a:endParaRPr lang="en-US"/>
        </a:p>
      </dgm:t>
    </dgm:pt>
    <dgm:pt modelId="{ECE58871-47AA-46CE-A280-34682A8AB810}" type="sibTrans" cxnId="{FFDADEEA-E8C5-407D-983C-273386AE443F}">
      <dgm:prSet/>
      <dgm:spPr/>
      <dgm:t>
        <a:bodyPr/>
        <a:lstStyle/>
        <a:p>
          <a:endParaRPr lang="en-US"/>
        </a:p>
      </dgm:t>
    </dgm:pt>
    <dgm:pt modelId="{ACBA7F9E-3E77-4C27-A8E8-6304B92408FD}">
      <dgm:prSet/>
      <dgm:spPr/>
      <dgm:t>
        <a:bodyPr/>
        <a:lstStyle/>
        <a:p>
          <a:r>
            <a:rPr lang="en-US"/>
            <a:t>• Verziók és adatmodell folyamatos szinkronban tartása</a:t>
          </a:r>
        </a:p>
      </dgm:t>
    </dgm:pt>
    <dgm:pt modelId="{AC0CB158-EB43-4A4C-AE72-E4893B024B31}" type="parTrans" cxnId="{40C5A3D9-A7DA-4D6C-AFA3-9DB77ED1050B}">
      <dgm:prSet/>
      <dgm:spPr/>
      <dgm:t>
        <a:bodyPr/>
        <a:lstStyle/>
        <a:p>
          <a:endParaRPr lang="en-US"/>
        </a:p>
      </dgm:t>
    </dgm:pt>
    <dgm:pt modelId="{707FC4C1-8886-4BB0-A465-F099716EC95D}" type="sibTrans" cxnId="{40C5A3D9-A7DA-4D6C-AFA3-9DB77ED1050B}">
      <dgm:prSet/>
      <dgm:spPr/>
      <dgm:t>
        <a:bodyPr/>
        <a:lstStyle/>
        <a:p>
          <a:endParaRPr lang="en-US"/>
        </a:p>
      </dgm:t>
    </dgm:pt>
    <dgm:pt modelId="{C0BF6FD3-D1AC-46CA-AB28-CD80A43981BC}">
      <dgm:prSet/>
      <dgm:spPr/>
      <dgm:t>
        <a:bodyPr/>
        <a:lstStyle/>
        <a:p>
          <a:r>
            <a:rPr lang="en-US"/>
            <a:t>• Eltérő fejlesztési ütemek összehangolása</a:t>
          </a:r>
        </a:p>
      </dgm:t>
    </dgm:pt>
    <dgm:pt modelId="{A63D9195-20B7-4E5D-8E66-F10D1EB044A4}" type="parTrans" cxnId="{E6B49068-8BFA-4358-B3C2-FD2E376D5C67}">
      <dgm:prSet/>
      <dgm:spPr/>
      <dgm:t>
        <a:bodyPr/>
        <a:lstStyle/>
        <a:p>
          <a:endParaRPr lang="en-US"/>
        </a:p>
      </dgm:t>
    </dgm:pt>
    <dgm:pt modelId="{12FFA1D2-8985-4690-BDAE-676C165B77D2}" type="sibTrans" cxnId="{E6B49068-8BFA-4358-B3C2-FD2E376D5C67}">
      <dgm:prSet/>
      <dgm:spPr/>
      <dgm:t>
        <a:bodyPr/>
        <a:lstStyle/>
        <a:p>
          <a:endParaRPr lang="en-US"/>
        </a:p>
      </dgm:t>
    </dgm:pt>
    <dgm:pt modelId="{C98E0D98-468D-4480-A5FB-3F5ED9A7D4D3}">
      <dgm:prSet/>
      <dgm:spPr/>
      <dgm:t>
        <a:bodyPr/>
        <a:lstStyle/>
        <a:p>
          <a:r>
            <a:rPr lang="en-US"/>
            <a:t>• Kommunikáció és fejlesztői workflow újraszervezése</a:t>
          </a:r>
        </a:p>
      </dgm:t>
    </dgm:pt>
    <dgm:pt modelId="{FA3D9799-389B-46C5-B4E2-3572A52AE97E}" type="parTrans" cxnId="{B8DC0189-B6C1-4E32-90A3-2F51B5752840}">
      <dgm:prSet/>
      <dgm:spPr/>
      <dgm:t>
        <a:bodyPr/>
        <a:lstStyle/>
        <a:p>
          <a:endParaRPr lang="en-US"/>
        </a:p>
      </dgm:t>
    </dgm:pt>
    <dgm:pt modelId="{5E69F6D2-F1D2-4B41-A049-79A31DCE90F1}" type="sibTrans" cxnId="{B8DC0189-B6C1-4E32-90A3-2F51B5752840}">
      <dgm:prSet/>
      <dgm:spPr/>
      <dgm:t>
        <a:bodyPr/>
        <a:lstStyle/>
        <a:p>
          <a:endParaRPr lang="en-US"/>
        </a:p>
      </dgm:t>
    </dgm:pt>
    <dgm:pt modelId="{7F1FEACD-9325-4954-93A4-BE8B0A62D9D9}" type="pres">
      <dgm:prSet presAssocID="{BF483A6F-F522-4EF6-9F6F-9806567FA4CE}" presName="linear" presStyleCnt="0">
        <dgm:presLayoutVars>
          <dgm:animLvl val="lvl"/>
          <dgm:resizeHandles val="exact"/>
        </dgm:presLayoutVars>
      </dgm:prSet>
      <dgm:spPr/>
    </dgm:pt>
    <dgm:pt modelId="{C5709F01-74EC-412E-941F-70B8E2CC266C}" type="pres">
      <dgm:prSet presAssocID="{5E2ECB96-BA87-4AF8-96EE-1B021E13E17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100FA0-810F-4082-A2A8-F8D3A67BB540}" type="pres">
      <dgm:prSet presAssocID="{ECE58871-47AA-46CE-A280-34682A8AB810}" presName="spacer" presStyleCnt="0"/>
      <dgm:spPr/>
    </dgm:pt>
    <dgm:pt modelId="{8FDAA24A-9ED7-43E7-B5B1-DA07E737683E}" type="pres">
      <dgm:prSet presAssocID="{ACBA7F9E-3E77-4C27-A8E8-6304B92408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8D9D00-11FB-4363-8804-2CAEB15AECF5}" type="pres">
      <dgm:prSet presAssocID="{707FC4C1-8886-4BB0-A465-F099716EC95D}" presName="spacer" presStyleCnt="0"/>
      <dgm:spPr/>
    </dgm:pt>
    <dgm:pt modelId="{A40ECBB0-5825-47D4-A1A8-020C874E4B35}" type="pres">
      <dgm:prSet presAssocID="{C0BF6FD3-D1AC-46CA-AB28-CD80A43981B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B59C2A2-2019-4BBE-B660-EFE4135F872D}" type="pres">
      <dgm:prSet presAssocID="{12FFA1D2-8985-4690-BDAE-676C165B77D2}" presName="spacer" presStyleCnt="0"/>
      <dgm:spPr/>
    </dgm:pt>
    <dgm:pt modelId="{4A01A516-B312-4083-A939-B237B2989F66}" type="pres">
      <dgm:prSet presAssocID="{C98E0D98-468D-4480-A5FB-3F5ED9A7D4D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4F6A111-7E52-43F6-898F-D0B8143D765E}" type="presOf" srcId="{5E2ECB96-BA87-4AF8-96EE-1B021E13E174}" destId="{C5709F01-74EC-412E-941F-70B8E2CC266C}" srcOrd="0" destOrd="0" presId="urn:microsoft.com/office/officeart/2005/8/layout/vList2"/>
    <dgm:cxn modelId="{8E141420-217B-4DF9-BE66-6092A403F7F9}" type="presOf" srcId="{C0BF6FD3-D1AC-46CA-AB28-CD80A43981BC}" destId="{A40ECBB0-5825-47D4-A1A8-020C874E4B35}" srcOrd="0" destOrd="0" presId="urn:microsoft.com/office/officeart/2005/8/layout/vList2"/>
    <dgm:cxn modelId="{E6B49068-8BFA-4358-B3C2-FD2E376D5C67}" srcId="{BF483A6F-F522-4EF6-9F6F-9806567FA4CE}" destId="{C0BF6FD3-D1AC-46CA-AB28-CD80A43981BC}" srcOrd="2" destOrd="0" parTransId="{A63D9195-20B7-4E5D-8E66-F10D1EB044A4}" sibTransId="{12FFA1D2-8985-4690-BDAE-676C165B77D2}"/>
    <dgm:cxn modelId="{63ED4549-3598-4A04-8295-48FAC0E2E9AF}" type="presOf" srcId="{ACBA7F9E-3E77-4C27-A8E8-6304B92408FD}" destId="{8FDAA24A-9ED7-43E7-B5B1-DA07E737683E}" srcOrd="0" destOrd="0" presId="urn:microsoft.com/office/officeart/2005/8/layout/vList2"/>
    <dgm:cxn modelId="{B8DC0189-B6C1-4E32-90A3-2F51B5752840}" srcId="{BF483A6F-F522-4EF6-9F6F-9806567FA4CE}" destId="{C98E0D98-468D-4480-A5FB-3F5ED9A7D4D3}" srcOrd="3" destOrd="0" parTransId="{FA3D9799-389B-46C5-B4E2-3572A52AE97E}" sibTransId="{5E69F6D2-F1D2-4B41-A049-79A31DCE90F1}"/>
    <dgm:cxn modelId="{515BACAA-E546-4483-A424-1736752B6DBC}" type="presOf" srcId="{C98E0D98-468D-4480-A5FB-3F5ED9A7D4D3}" destId="{4A01A516-B312-4083-A939-B237B2989F66}" srcOrd="0" destOrd="0" presId="urn:microsoft.com/office/officeart/2005/8/layout/vList2"/>
    <dgm:cxn modelId="{8C089BB2-E45F-4101-9935-F80920299DE1}" type="presOf" srcId="{BF483A6F-F522-4EF6-9F6F-9806567FA4CE}" destId="{7F1FEACD-9325-4954-93A4-BE8B0A62D9D9}" srcOrd="0" destOrd="0" presId="urn:microsoft.com/office/officeart/2005/8/layout/vList2"/>
    <dgm:cxn modelId="{40C5A3D9-A7DA-4D6C-AFA3-9DB77ED1050B}" srcId="{BF483A6F-F522-4EF6-9F6F-9806567FA4CE}" destId="{ACBA7F9E-3E77-4C27-A8E8-6304B92408FD}" srcOrd="1" destOrd="0" parTransId="{AC0CB158-EB43-4A4C-AE72-E4893B024B31}" sibTransId="{707FC4C1-8886-4BB0-A465-F099716EC95D}"/>
    <dgm:cxn modelId="{FFDADEEA-E8C5-407D-983C-273386AE443F}" srcId="{BF483A6F-F522-4EF6-9F6F-9806567FA4CE}" destId="{5E2ECB96-BA87-4AF8-96EE-1B021E13E174}" srcOrd="0" destOrd="0" parTransId="{7519457F-8B9C-43BD-926C-4D73344A88A5}" sibTransId="{ECE58871-47AA-46CE-A280-34682A8AB810}"/>
    <dgm:cxn modelId="{8609F602-DAB1-48DA-A8E2-E904F434156B}" type="presParOf" srcId="{7F1FEACD-9325-4954-93A4-BE8B0A62D9D9}" destId="{C5709F01-74EC-412E-941F-70B8E2CC266C}" srcOrd="0" destOrd="0" presId="urn:microsoft.com/office/officeart/2005/8/layout/vList2"/>
    <dgm:cxn modelId="{C6C0894B-1A58-4B6E-96B2-660B422296A4}" type="presParOf" srcId="{7F1FEACD-9325-4954-93A4-BE8B0A62D9D9}" destId="{4B100FA0-810F-4082-A2A8-F8D3A67BB540}" srcOrd="1" destOrd="0" presId="urn:microsoft.com/office/officeart/2005/8/layout/vList2"/>
    <dgm:cxn modelId="{C3690DD0-E0B4-4B6E-BD4F-74562106218D}" type="presParOf" srcId="{7F1FEACD-9325-4954-93A4-BE8B0A62D9D9}" destId="{8FDAA24A-9ED7-43E7-B5B1-DA07E737683E}" srcOrd="2" destOrd="0" presId="urn:microsoft.com/office/officeart/2005/8/layout/vList2"/>
    <dgm:cxn modelId="{689E5DD5-BA35-4F8E-AF5C-9E6135AE088C}" type="presParOf" srcId="{7F1FEACD-9325-4954-93A4-BE8B0A62D9D9}" destId="{C58D9D00-11FB-4363-8804-2CAEB15AECF5}" srcOrd="3" destOrd="0" presId="urn:microsoft.com/office/officeart/2005/8/layout/vList2"/>
    <dgm:cxn modelId="{2FE8209D-5B0B-4F8D-A046-6D54C7C709EB}" type="presParOf" srcId="{7F1FEACD-9325-4954-93A4-BE8B0A62D9D9}" destId="{A40ECBB0-5825-47D4-A1A8-020C874E4B35}" srcOrd="4" destOrd="0" presId="urn:microsoft.com/office/officeart/2005/8/layout/vList2"/>
    <dgm:cxn modelId="{554BB0BC-84B5-4D59-98F3-7B4F16115327}" type="presParOf" srcId="{7F1FEACD-9325-4954-93A4-BE8B0A62D9D9}" destId="{3B59C2A2-2019-4BBE-B660-EFE4135F872D}" srcOrd="5" destOrd="0" presId="urn:microsoft.com/office/officeart/2005/8/layout/vList2"/>
    <dgm:cxn modelId="{B036DE15-0F3D-4DA7-82B6-88E76439FAC6}" type="presParOf" srcId="{7F1FEACD-9325-4954-93A4-BE8B0A62D9D9}" destId="{4A01A516-B312-4083-A939-B237B2989F6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E9107F-6476-46E5-8A0B-457B2E406ACE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9297DB-7EB9-4E84-AD5A-48B9BAFE284F}">
      <dgm:prSet/>
      <dgm:spPr/>
      <dgm:t>
        <a:bodyPr/>
        <a:lstStyle/>
        <a:p>
          <a:r>
            <a:rPr lang="en-US"/>
            <a:t>• Komponens alapú felépítés</a:t>
          </a:r>
        </a:p>
      </dgm:t>
    </dgm:pt>
    <dgm:pt modelId="{71C0FB40-9505-4AEE-95CB-F592F71571D9}" type="parTrans" cxnId="{1D8ED2FE-2AD9-4682-863E-25DB6683EBE2}">
      <dgm:prSet/>
      <dgm:spPr/>
      <dgm:t>
        <a:bodyPr/>
        <a:lstStyle/>
        <a:p>
          <a:endParaRPr lang="en-US"/>
        </a:p>
      </dgm:t>
    </dgm:pt>
    <dgm:pt modelId="{88E07063-08EC-485D-BFFB-5645889BC721}" type="sibTrans" cxnId="{1D8ED2FE-2AD9-4682-863E-25DB6683EBE2}">
      <dgm:prSet/>
      <dgm:spPr/>
      <dgm:t>
        <a:bodyPr/>
        <a:lstStyle/>
        <a:p>
          <a:endParaRPr lang="en-US"/>
        </a:p>
      </dgm:t>
    </dgm:pt>
    <dgm:pt modelId="{F89C7A48-D0B3-412E-B373-FA36992523E0}">
      <dgm:prSet/>
      <dgm:spPr/>
      <dgm:t>
        <a:bodyPr/>
        <a:lstStyle/>
        <a:p>
          <a:r>
            <a:rPr lang="en-US"/>
            <a:t>• Átláthatóbb állapotkezelés</a:t>
          </a:r>
        </a:p>
      </dgm:t>
    </dgm:pt>
    <dgm:pt modelId="{1F2A0934-9016-4D8B-9B60-FA12AAE675D4}" type="parTrans" cxnId="{60926329-84AD-415E-806A-8E9E29968223}">
      <dgm:prSet/>
      <dgm:spPr/>
      <dgm:t>
        <a:bodyPr/>
        <a:lstStyle/>
        <a:p>
          <a:endParaRPr lang="en-US"/>
        </a:p>
      </dgm:t>
    </dgm:pt>
    <dgm:pt modelId="{7218F031-FBC9-42A7-BF3E-3D3E3D685BBC}" type="sibTrans" cxnId="{60926329-84AD-415E-806A-8E9E29968223}">
      <dgm:prSet/>
      <dgm:spPr/>
      <dgm:t>
        <a:bodyPr/>
        <a:lstStyle/>
        <a:p>
          <a:endParaRPr lang="en-US"/>
        </a:p>
      </dgm:t>
    </dgm:pt>
    <dgm:pt modelId="{FB84319C-9B4D-4EFC-90FF-8FB789888459}">
      <dgm:prSet/>
      <dgm:spPr/>
      <dgm:t>
        <a:bodyPr/>
        <a:lstStyle/>
        <a:p>
          <a:r>
            <a:rPr lang="en-US"/>
            <a:t>• Gyorsabb fejlesztés és jobb újrafelhasználhatóság</a:t>
          </a:r>
        </a:p>
      </dgm:t>
    </dgm:pt>
    <dgm:pt modelId="{22DC50FA-C5A8-4DA5-A050-947A0F63B76E}" type="parTrans" cxnId="{101FEF84-82FC-4B5C-BDDE-5EAD04126892}">
      <dgm:prSet/>
      <dgm:spPr/>
      <dgm:t>
        <a:bodyPr/>
        <a:lstStyle/>
        <a:p>
          <a:endParaRPr lang="en-US"/>
        </a:p>
      </dgm:t>
    </dgm:pt>
    <dgm:pt modelId="{B50DCBED-B04B-4433-B0C8-ADC59BC466B5}" type="sibTrans" cxnId="{101FEF84-82FC-4B5C-BDDE-5EAD04126892}">
      <dgm:prSet/>
      <dgm:spPr/>
      <dgm:t>
        <a:bodyPr/>
        <a:lstStyle/>
        <a:p>
          <a:endParaRPr lang="en-US"/>
        </a:p>
      </dgm:t>
    </dgm:pt>
    <dgm:pt modelId="{7FB81D29-8141-4C1D-A51B-9E341A874BC3}">
      <dgm:prSet/>
      <dgm:spPr/>
      <dgm:t>
        <a:bodyPr/>
        <a:lstStyle/>
        <a:p>
          <a:r>
            <a:rPr lang="en-US"/>
            <a:t>• Meglévő HTML/CSS/JS kód modernizálása</a:t>
          </a:r>
        </a:p>
      </dgm:t>
    </dgm:pt>
    <dgm:pt modelId="{6D7A2EF6-4023-4752-B4AB-2F3B7AC41515}" type="parTrans" cxnId="{026BBD90-25CC-482C-8B22-CD92AC5B8ED4}">
      <dgm:prSet/>
      <dgm:spPr/>
      <dgm:t>
        <a:bodyPr/>
        <a:lstStyle/>
        <a:p>
          <a:endParaRPr lang="en-US"/>
        </a:p>
      </dgm:t>
    </dgm:pt>
    <dgm:pt modelId="{B3A3D40C-893A-40E0-9383-5983744F33D8}" type="sibTrans" cxnId="{026BBD90-25CC-482C-8B22-CD92AC5B8ED4}">
      <dgm:prSet/>
      <dgm:spPr/>
      <dgm:t>
        <a:bodyPr/>
        <a:lstStyle/>
        <a:p>
          <a:endParaRPr lang="en-US"/>
        </a:p>
      </dgm:t>
    </dgm:pt>
    <dgm:pt modelId="{45E402E1-6DC4-48D5-AFCC-6F096CA77F7B}" type="pres">
      <dgm:prSet presAssocID="{05E9107F-6476-46E5-8A0B-457B2E406ACE}" presName="diagram" presStyleCnt="0">
        <dgm:presLayoutVars>
          <dgm:dir/>
          <dgm:resizeHandles val="exact"/>
        </dgm:presLayoutVars>
      </dgm:prSet>
      <dgm:spPr/>
    </dgm:pt>
    <dgm:pt modelId="{505063D6-AC8D-436E-88C6-70875A751E62}" type="pres">
      <dgm:prSet presAssocID="{229297DB-7EB9-4E84-AD5A-48B9BAFE284F}" presName="node" presStyleLbl="node1" presStyleIdx="0" presStyleCnt="4">
        <dgm:presLayoutVars>
          <dgm:bulletEnabled val="1"/>
        </dgm:presLayoutVars>
      </dgm:prSet>
      <dgm:spPr/>
    </dgm:pt>
    <dgm:pt modelId="{30679DF7-857F-4D3E-8C66-5D012548D85A}" type="pres">
      <dgm:prSet presAssocID="{88E07063-08EC-485D-BFFB-5645889BC721}" presName="sibTrans" presStyleCnt="0"/>
      <dgm:spPr/>
    </dgm:pt>
    <dgm:pt modelId="{303A171D-AE7A-4B0A-A13F-7CC8EE960C39}" type="pres">
      <dgm:prSet presAssocID="{F89C7A48-D0B3-412E-B373-FA36992523E0}" presName="node" presStyleLbl="node1" presStyleIdx="1" presStyleCnt="4">
        <dgm:presLayoutVars>
          <dgm:bulletEnabled val="1"/>
        </dgm:presLayoutVars>
      </dgm:prSet>
      <dgm:spPr/>
    </dgm:pt>
    <dgm:pt modelId="{0447A576-DD33-4A3E-98A6-ABF4B3B16A0E}" type="pres">
      <dgm:prSet presAssocID="{7218F031-FBC9-42A7-BF3E-3D3E3D685BBC}" presName="sibTrans" presStyleCnt="0"/>
      <dgm:spPr/>
    </dgm:pt>
    <dgm:pt modelId="{EB15D5F8-47A5-4D87-9FA5-D250AACA6A44}" type="pres">
      <dgm:prSet presAssocID="{FB84319C-9B4D-4EFC-90FF-8FB789888459}" presName="node" presStyleLbl="node1" presStyleIdx="2" presStyleCnt="4">
        <dgm:presLayoutVars>
          <dgm:bulletEnabled val="1"/>
        </dgm:presLayoutVars>
      </dgm:prSet>
      <dgm:spPr/>
    </dgm:pt>
    <dgm:pt modelId="{1A62BCE6-56F6-45E9-9484-BB964E92B8C7}" type="pres">
      <dgm:prSet presAssocID="{B50DCBED-B04B-4433-B0C8-ADC59BC466B5}" presName="sibTrans" presStyleCnt="0"/>
      <dgm:spPr/>
    </dgm:pt>
    <dgm:pt modelId="{1066A6FA-E5E3-4205-B2D5-1D2899698E91}" type="pres">
      <dgm:prSet presAssocID="{7FB81D29-8141-4C1D-A51B-9E341A874BC3}" presName="node" presStyleLbl="node1" presStyleIdx="3" presStyleCnt="4">
        <dgm:presLayoutVars>
          <dgm:bulletEnabled val="1"/>
        </dgm:presLayoutVars>
      </dgm:prSet>
      <dgm:spPr/>
    </dgm:pt>
  </dgm:ptLst>
  <dgm:cxnLst>
    <dgm:cxn modelId="{60926329-84AD-415E-806A-8E9E29968223}" srcId="{05E9107F-6476-46E5-8A0B-457B2E406ACE}" destId="{F89C7A48-D0B3-412E-B373-FA36992523E0}" srcOrd="1" destOrd="0" parTransId="{1F2A0934-9016-4D8B-9B60-FA12AAE675D4}" sibTransId="{7218F031-FBC9-42A7-BF3E-3D3E3D685BBC}"/>
    <dgm:cxn modelId="{0E839B33-38A7-450D-BF47-F08E857C6108}" type="presOf" srcId="{F89C7A48-D0B3-412E-B373-FA36992523E0}" destId="{303A171D-AE7A-4B0A-A13F-7CC8EE960C39}" srcOrd="0" destOrd="0" presId="urn:microsoft.com/office/officeart/2005/8/layout/default"/>
    <dgm:cxn modelId="{92655463-64FA-4CCD-8F0D-CEEF2C50706B}" type="presOf" srcId="{229297DB-7EB9-4E84-AD5A-48B9BAFE284F}" destId="{505063D6-AC8D-436E-88C6-70875A751E62}" srcOrd="0" destOrd="0" presId="urn:microsoft.com/office/officeart/2005/8/layout/default"/>
    <dgm:cxn modelId="{A20E127D-46A5-44F5-ACBC-951D3F3428CC}" type="presOf" srcId="{7FB81D29-8141-4C1D-A51B-9E341A874BC3}" destId="{1066A6FA-E5E3-4205-B2D5-1D2899698E91}" srcOrd="0" destOrd="0" presId="urn:microsoft.com/office/officeart/2005/8/layout/default"/>
    <dgm:cxn modelId="{9F6EEE7F-27CB-41B6-B51F-E4F8162184D9}" type="presOf" srcId="{FB84319C-9B4D-4EFC-90FF-8FB789888459}" destId="{EB15D5F8-47A5-4D87-9FA5-D250AACA6A44}" srcOrd="0" destOrd="0" presId="urn:microsoft.com/office/officeart/2005/8/layout/default"/>
    <dgm:cxn modelId="{101FEF84-82FC-4B5C-BDDE-5EAD04126892}" srcId="{05E9107F-6476-46E5-8A0B-457B2E406ACE}" destId="{FB84319C-9B4D-4EFC-90FF-8FB789888459}" srcOrd="2" destOrd="0" parTransId="{22DC50FA-C5A8-4DA5-A050-947A0F63B76E}" sibTransId="{B50DCBED-B04B-4433-B0C8-ADC59BC466B5}"/>
    <dgm:cxn modelId="{026BBD90-25CC-482C-8B22-CD92AC5B8ED4}" srcId="{05E9107F-6476-46E5-8A0B-457B2E406ACE}" destId="{7FB81D29-8141-4C1D-A51B-9E341A874BC3}" srcOrd="3" destOrd="0" parTransId="{6D7A2EF6-4023-4752-B4AB-2F3B7AC41515}" sibTransId="{B3A3D40C-893A-40E0-9383-5983744F33D8}"/>
    <dgm:cxn modelId="{677BE3E4-A337-4B49-8B3A-619384776B89}" type="presOf" srcId="{05E9107F-6476-46E5-8A0B-457B2E406ACE}" destId="{45E402E1-6DC4-48D5-AFCC-6F096CA77F7B}" srcOrd="0" destOrd="0" presId="urn:microsoft.com/office/officeart/2005/8/layout/default"/>
    <dgm:cxn modelId="{1D8ED2FE-2AD9-4682-863E-25DB6683EBE2}" srcId="{05E9107F-6476-46E5-8A0B-457B2E406ACE}" destId="{229297DB-7EB9-4E84-AD5A-48B9BAFE284F}" srcOrd="0" destOrd="0" parTransId="{71C0FB40-9505-4AEE-95CB-F592F71571D9}" sibTransId="{88E07063-08EC-485D-BFFB-5645889BC721}"/>
    <dgm:cxn modelId="{7ECBE524-D527-40AD-A157-38BC752B6E1E}" type="presParOf" srcId="{45E402E1-6DC4-48D5-AFCC-6F096CA77F7B}" destId="{505063D6-AC8D-436E-88C6-70875A751E62}" srcOrd="0" destOrd="0" presId="urn:microsoft.com/office/officeart/2005/8/layout/default"/>
    <dgm:cxn modelId="{1E8380B0-80C8-4EBA-9FC0-F00AA566A4C3}" type="presParOf" srcId="{45E402E1-6DC4-48D5-AFCC-6F096CA77F7B}" destId="{30679DF7-857F-4D3E-8C66-5D012548D85A}" srcOrd="1" destOrd="0" presId="urn:microsoft.com/office/officeart/2005/8/layout/default"/>
    <dgm:cxn modelId="{0F65A91E-72EB-464C-9257-5E40FC2D5B57}" type="presParOf" srcId="{45E402E1-6DC4-48D5-AFCC-6F096CA77F7B}" destId="{303A171D-AE7A-4B0A-A13F-7CC8EE960C39}" srcOrd="2" destOrd="0" presId="urn:microsoft.com/office/officeart/2005/8/layout/default"/>
    <dgm:cxn modelId="{7D969927-D7F0-42F2-A811-7329631C95D4}" type="presParOf" srcId="{45E402E1-6DC4-48D5-AFCC-6F096CA77F7B}" destId="{0447A576-DD33-4A3E-98A6-ABF4B3B16A0E}" srcOrd="3" destOrd="0" presId="urn:microsoft.com/office/officeart/2005/8/layout/default"/>
    <dgm:cxn modelId="{60E2A0AC-B571-4D64-93EF-0F66E15928B0}" type="presParOf" srcId="{45E402E1-6DC4-48D5-AFCC-6F096CA77F7B}" destId="{EB15D5F8-47A5-4D87-9FA5-D250AACA6A44}" srcOrd="4" destOrd="0" presId="urn:microsoft.com/office/officeart/2005/8/layout/default"/>
    <dgm:cxn modelId="{3ABB1502-E65B-4B84-9F05-BF8008D592CD}" type="presParOf" srcId="{45E402E1-6DC4-48D5-AFCC-6F096CA77F7B}" destId="{1A62BCE6-56F6-45E9-9484-BB964E92B8C7}" srcOrd="5" destOrd="0" presId="urn:microsoft.com/office/officeart/2005/8/layout/default"/>
    <dgm:cxn modelId="{B34EC061-FB15-4C9D-9E65-1AA4EC170177}" type="presParOf" srcId="{45E402E1-6DC4-48D5-AFCC-6F096CA77F7B}" destId="{1066A6FA-E5E3-4205-B2D5-1D2899698E91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08E603-7099-4D81-9ADB-0C4A2EEE16F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02BB968-A4AF-4168-9515-142A410A2E36}">
      <dgm:prSet/>
      <dgm:spPr/>
      <dgm:t>
        <a:bodyPr/>
        <a:lstStyle/>
        <a:p>
          <a:r>
            <a:rPr lang="en-US"/>
            <a:t>• Az adatbázis műveletek API-n keresztül érhetők el</a:t>
          </a:r>
        </a:p>
      </dgm:t>
    </dgm:pt>
    <dgm:pt modelId="{46E48102-637E-47A2-BE6B-F81E9A8F3EAD}" type="parTrans" cxnId="{A83132B9-1B84-48FA-B137-D28C0983AB71}">
      <dgm:prSet/>
      <dgm:spPr/>
      <dgm:t>
        <a:bodyPr/>
        <a:lstStyle/>
        <a:p>
          <a:endParaRPr lang="en-US"/>
        </a:p>
      </dgm:t>
    </dgm:pt>
    <dgm:pt modelId="{E1FFF0DD-F472-437F-8285-01F5AE3A2204}" type="sibTrans" cxnId="{A83132B9-1B84-48FA-B137-D28C0983AB71}">
      <dgm:prSet/>
      <dgm:spPr/>
      <dgm:t>
        <a:bodyPr/>
        <a:lstStyle/>
        <a:p>
          <a:endParaRPr lang="en-US"/>
        </a:p>
      </dgm:t>
    </dgm:pt>
    <dgm:pt modelId="{6F1D62F5-1077-4EC0-8C06-BA5F50150B64}">
      <dgm:prSet/>
      <dgm:spPr/>
      <dgm:t>
        <a:bodyPr/>
        <a:lstStyle/>
        <a:p>
          <a:r>
            <a:rPr lang="en-US"/>
            <a:t>• Biztonságosabb és skálázhatóbb adatkezelés</a:t>
          </a:r>
        </a:p>
      </dgm:t>
    </dgm:pt>
    <dgm:pt modelId="{C992A385-B5A8-4347-9E3A-EE26295DF044}" type="parTrans" cxnId="{869284F0-D6AE-457F-93A8-0B0F97E617AB}">
      <dgm:prSet/>
      <dgm:spPr/>
      <dgm:t>
        <a:bodyPr/>
        <a:lstStyle/>
        <a:p>
          <a:endParaRPr lang="en-US"/>
        </a:p>
      </dgm:t>
    </dgm:pt>
    <dgm:pt modelId="{E2461E03-946B-4DE3-9544-FFF908F0A7AA}" type="sibTrans" cxnId="{869284F0-D6AE-457F-93A8-0B0F97E617AB}">
      <dgm:prSet/>
      <dgm:spPr/>
      <dgm:t>
        <a:bodyPr/>
        <a:lstStyle/>
        <a:p>
          <a:endParaRPr lang="en-US"/>
        </a:p>
      </dgm:t>
    </dgm:pt>
    <dgm:pt modelId="{5B752CB1-F4B9-4BF8-93F4-8FBE3B759C03}">
      <dgm:prSet/>
      <dgm:spPr/>
      <dgm:t>
        <a:bodyPr/>
        <a:lstStyle/>
        <a:p>
          <a:r>
            <a:rPr lang="en-US"/>
            <a:t>• Frontend és Desktop alkalmazás egységes kiszolgálása</a:t>
          </a:r>
        </a:p>
      </dgm:t>
    </dgm:pt>
    <dgm:pt modelId="{501067D2-1E02-4D14-AA6A-DF02FFE75371}" type="parTrans" cxnId="{941B6091-EA95-4114-BBFD-E2160789619C}">
      <dgm:prSet/>
      <dgm:spPr/>
      <dgm:t>
        <a:bodyPr/>
        <a:lstStyle/>
        <a:p>
          <a:endParaRPr lang="en-US"/>
        </a:p>
      </dgm:t>
    </dgm:pt>
    <dgm:pt modelId="{087AA0B9-2366-44EA-AB5C-9CFF8981846A}" type="sibTrans" cxnId="{941B6091-EA95-4114-BBFD-E2160789619C}">
      <dgm:prSet/>
      <dgm:spPr/>
      <dgm:t>
        <a:bodyPr/>
        <a:lstStyle/>
        <a:p>
          <a:endParaRPr lang="en-US"/>
        </a:p>
      </dgm:t>
    </dgm:pt>
    <dgm:pt modelId="{99DE82A9-4228-46D7-B29D-70F2EAD6B92F}">
      <dgm:prSet/>
      <dgm:spPr/>
      <dgm:t>
        <a:bodyPr/>
        <a:lstStyle/>
        <a:p>
          <a:r>
            <a:rPr lang="en-US"/>
            <a:t>• Egységes adatmodell kialakítása</a:t>
          </a:r>
        </a:p>
      </dgm:t>
    </dgm:pt>
    <dgm:pt modelId="{A3CB795F-7C40-459B-AE63-1F6B1443880A}" type="parTrans" cxnId="{407DAACB-6992-4E0A-9DD0-34E4D682CEF4}">
      <dgm:prSet/>
      <dgm:spPr/>
      <dgm:t>
        <a:bodyPr/>
        <a:lstStyle/>
        <a:p>
          <a:endParaRPr lang="en-US"/>
        </a:p>
      </dgm:t>
    </dgm:pt>
    <dgm:pt modelId="{E2A63064-79C9-4660-9601-E9B3E183D345}" type="sibTrans" cxnId="{407DAACB-6992-4E0A-9DD0-34E4D682CEF4}">
      <dgm:prSet/>
      <dgm:spPr/>
      <dgm:t>
        <a:bodyPr/>
        <a:lstStyle/>
        <a:p>
          <a:endParaRPr lang="en-US"/>
        </a:p>
      </dgm:t>
    </dgm:pt>
    <dgm:pt modelId="{7A2F99D7-D8DE-42DE-81E0-98E15CCF5EDE}" type="pres">
      <dgm:prSet presAssocID="{BA08E603-7099-4D81-9ADB-0C4A2EEE16F0}" presName="linear" presStyleCnt="0">
        <dgm:presLayoutVars>
          <dgm:animLvl val="lvl"/>
          <dgm:resizeHandles val="exact"/>
        </dgm:presLayoutVars>
      </dgm:prSet>
      <dgm:spPr/>
    </dgm:pt>
    <dgm:pt modelId="{833562C9-BA85-49B4-9D67-14C0C7D91460}" type="pres">
      <dgm:prSet presAssocID="{A02BB968-A4AF-4168-9515-142A410A2E3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A494F9B-F2E3-4FAA-800F-FEED53449215}" type="pres">
      <dgm:prSet presAssocID="{E1FFF0DD-F472-437F-8285-01F5AE3A2204}" presName="spacer" presStyleCnt="0"/>
      <dgm:spPr/>
    </dgm:pt>
    <dgm:pt modelId="{D8950E9F-853C-4A79-98F8-8D17B5E75111}" type="pres">
      <dgm:prSet presAssocID="{6F1D62F5-1077-4EC0-8C06-BA5F50150B6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413B17-B3F2-482D-8F5F-2B60734B7E4B}" type="pres">
      <dgm:prSet presAssocID="{E2461E03-946B-4DE3-9544-FFF908F0A7AA}" presName="spacer" presStyleCnt="0"/>
      <dgm:spPr/>
    </dgm:pt>
    <dgm:pt modelId="{827C2BF4-AC89-4AF1-BCC4-F2EBE88C4205}" type="pres">
      <dgm:prSet presAssocID="{5B752CB1-F4B9-4BF8-93F4-8FBE3B759C0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BC5C15-695B-43FE-855C-E55E4841E0F1}" type="pres">
      <dgm:prSet presAssocID="{087AA0B9-2366-44EA-AB5C-9CFF8981846A}" presName="spacer" presStyleCnt="0"/>
      <dgm:spPr/>
    </dgm:pt>
    <dgm:pt modelId="{7D642377-D41A-4B6B-A524-332B7297628A}" type="pres">
      <dgm:prSet presAssocID="{99DE82A9-4228-46D7-B29D-70F2EAD6B92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474E25B-52CD-4601-9B36-8BA946A94BE4}" type="presOf" srcId="{6F1D62F5-1077-4EC0-8C06-BA5F50150B64}" destId="{D8950E9F-853C-4A79-98F8-8D17B5E75111}" srcOrd="0" destOrd="0" presId="urn:microsoft.com/office/officeart/2005/8/layout/vList2"/>
    <dgm:cxn modelId="{941B6091-EA95-4114-BBFD-E2160789619C}" srcId="{BA08E603-7099-4D81-9ADB-0C4A2EEE16F0}" destId="{5B752CB1-F4B9-4BF8-93F4-8FBE3B759C03}" srcOrd="2" destOrd="0" parTransId="{501067D2-1E02-4D14-AA6A-DF02FFE75371}" sibTransId="{087AA0B9-2366-44EA-AB5C-9CFF8981846A}"/>
    <dgm:cxn modelId="{6A172094-4846-4AB8-B599-291B16D09AD0}" type="presOf" srcId="{BA08E603-7099-4D81-9ADB-0C4A2EEE16F0}" destId="{7A2F99D7-D8DE-42DE-81E0-98E15CCF5EDE}" srcOrd="0" destOrd="0" presId="urn:microsoft.com/office/officeart/2005/8/layout/vList2"/>
    <dgm:cxn modelId="{A488DC9C-B76C-4172-928A-85C73FD499C3}" type="presOf" srcId="{5B752CB1-F4B9-4BF8-93F4-8FBE3B759C03}" destId="{827C2BF4-AC89-4AF1-BCC4-F2EBE88C4205}" srcOrd="0" destOrd="0" presId="urn:microsoft.com/office/officeart/2005/8/layout/vList2"/>
    <dgm:cxn modelId="{A9F4E1A8-BFCF-4988-A446-33DD30426E89}" type="presOf" srcId="{A02BB968-A4AF-4168-9515-142A410A2E36}" destId="{833562C9-BA85-49B4-9D67-14C0C7D91460}" srcOrd="0" destOrd="0" presId="urn:microsoft.com/office/officeart/2005/8/layout/vList2"/>
    <dgm:cxn modelId="{A83132B9-1B84-48FA-B137-D28C0983AB71}" srcId="{BA08E603-7099-4D81-9ADB-0C4A2EEE16F0}" destId="{A02BB968-A4AF-4168-9515-142A410A2E36}" srcOrd="0" destOrd="0" parTransId="{46E48102-637E-47A2-BE6B-F81E9A8F3EAD}" sibTransId="{E1FFF0DD-F472-437F-8285-01F5AE3A2204}"/>
    <dgm:cxn modelId="{407DAACB-6992-4E0A-9DD0-34E4D682CEF4}" srcId="{BA08E603-7099-4D81-9ADB-0C4A2EEE16F0}" destId="{99DE82A9-4228-46D7-B29D-70F2EAD6B92F}" srcOrd="3" destOrd="0" parTransId="{A3CB795F-7C40-459B-AE63-1F6B1443880A}" sibTransId="{E2A63064-79C9-4660-9601-E9B3E183D345}"/>
    <dgm:cxn modelId="{8BBC6FCC-CD94-4843-AAB0-127F53958B00}" type="presOf" srcId="{99DE82A9-4228-46D7-B29D-70F2EAD6B92F}" destId="{7D642377-D41A-4B6B-A524-332B7297628A}" srcOrd="0" destOrd="0" presId="urn:microsoft.com/office/officeart/2005/8/layout/vList2"/>
    <dgm:cxn modelId="{869284F0-D6AE-457F-93A8-0B0F97E617AB}" srcId="{BA08E603-7099-4D81-9ADB-0C4A2EEE16F0}" destId="{6F1D62F5-1077-4EC0-8C06-BA5F50150B64}" srcOrd="1" destOrd="0" parTransId="{C992A385-B5A8-4347-9E3A-EE26295DF044}" sibTransId="{E2461E03-946B-4DE3-9544-FFF908F0A7AA}"/>
    <dgm:cxn modelId="{AFCC8464-09FC-4C7A-9F57-04F821B2A258}" type="presParOf" srcId="{7A2F99D7-D8DE-42DE-81E0-98E15CCF5EDE}" destId="{833562C9-BA85-49B4-9D67-14C0C7D91460}" srcOrd="0" destOrd="0" presId="urn:microsoft.com/office/officeart/2005/8/layout/vList2"/>
    <dgm:cxn modelId="{2CD2F4A9-D309-4444-B52A-4B1E1F8EA81E}" type="presParOf" srcId="{7A2F99D7-D8DE-42DE-81E0-98E15CCF5EDE}" destId="{DA494F9B-F2E3-4FAA-800F-FEED53449215}" srcOrd="1" destOrd="0" presId="urn:microsoft.com/office/officeart/2005/8/layout/vList2"/>
    <dgm:cxn modelId="{916832DD-789D-4E63-AE91-2F7350FA5997}" type="presParOf" srcId="{7A2F99D7-D8DE-42DE-81E0-98E15CCF5EDE}" destId="{D8950E9F-853C-4A79-98F8-8D17B5E75111}" srcOrd="2" destOrd="0" presId="urn:microsoft.com/office/officeart/2005/8/layout/vList2"/>
    <dgm:cxn modelId="{10083626-0A72-48FB-A538-12A7A367308C}" type="presParOf" srcId="{7A2F99D7-D8DE-42DE-81E0-98E15CCF5EDE}" destId="{B0413B17-B3F2-482D-8F5F-2B60734B7E4B}" srcOrd="3" destOrd="0" presId="urn:microsoft.com/office/officeart/2005/8/layout/vList2"/>
    <dgm:cxn modelId="{A3DCEC27-98EA-494C-8669-22FED1A048CC}" type="presParOf" srcId="{7A2F99D7-D8DE-42DE-81E0-98E15CCF5EDE}" destId="{827C2BF4-AC89-4AF1-BCC4-F2EBE88C4205}" srcOrd="4" destOrd="0" presId="urn:microsoft.com/office/officeart/2005/8/layout/vList2"/>
    <dgm:cxn modelId="{23A6543A-2561-467E-B4CD-FF89294DE146}" type="presParOf" srcId="{7A2F99D7-D8DE-42DE-81E0-98E15CCF5EDE}" destId="{F4BC5C15-695B-43FE-855C-E55E4841E0F1}" srcOrd="5" destOrd="0" presId="urn:microsoft.com/office/officeart/2005/8/layout/vList2"/>
    <dgm:cxn modelId="{7F84D4A8-9DE8-43D8-AA7C-539C54990F7B}" type="presParOf" srcId="{7A2F99D7-D8DE-42DE-81E0-98E15CCF5EDE}" destId="{7D642377-D41A-4B6B-A524-332B7297628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C3DFDC-E633-47EA-97E6-B41B729BD79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A3E9447-1C0D-48BF-9C86-9657D8A53C42}">
      <dgm:prSet/>
      <dgm:spPr/>
      <dgm:t>
        <a:bodyPr/>
        <a:lstStyle/>
        <a:p>
          <a:r>
            <a:rPr lang="en-US"/>
            <a:t>• A funkcionalitás egy része asztali környezetben is elérhető</a:t>
          </a:r>
        </a:p>
      </dgm:t>
    </dgm:pt>
    <dgm:pt modelId="{589998BA-BE57-4A5B-87CA-87729290FCB1}" type="parTrans" cxnId="{F28245F0-4673-4C8C-86B1-C6AC6F4275E9}">
      <dgm:prSet/>
      <dgm:spPr/>
      <dgm:t>
        <a:bodyPr/>
        <a:lstStyle/>
        <a:p>
          <a:endParaRPr lang="en-US"/>
        </a:p>
      </dgm:t>
    </dgm:pt>
    <dgm:pt modelId="{31FF3E8E-F4C8-483C-8861-90E29CE424A8}" type="sibTrans" cxnId="{F28245F0-4673-4C8C-86B1-C6AC6F4275E9}">
      <dgm:prSet/>
      <dgm:spPr/>
      <dgm:t>
        <a:bodyPr/>
        <a:lstStyle/>
        <a:p>
          <a:endParaRPr lang="en-US"/>
        </a:p>
      </dgm:t>
    </dgm:pt>
    <dgm:pt modelId="{217453FC-F595-4289-BBC1-F7600831CD8E}">
      <dgm:prSet/>
      <dgm:spPr/>
      <dgm:t>
        <a:bodyPr/>
        <a:lstStyle/>
        <a:p>
          <a:r>
            <a:rPr lang="en-US"/>
            <a:t>• API-alapú kommunikáció a központi rendszerrel</a:t>
          </a:r>
        </a:p>
      </dgm:t>
    </dgm:pt>
    <dgm:pt modelId="{04468183-68EC-424E-B42C-C3E58E47DB13}" type="parTrans" cxnId="{840CD8CF-0618-4CD9-8364-A7BC933BCE30}">
      <dgm:prSet/>
      <dgm:spPr/>
      <dgm:t>
        <a:bodyPr/>
        <a:lstStyle/>
        <a:p>
          <a:endParaRPr lang="en-US"/>
        </a:p>
      </dgm:t>
    </dgm:pt>
    <dgm:pt modelId="{ACD06AFA-3641-4625-9089-8422B27827F2}" type="sibTrans" cxnId="{840CD8CF-0618-4CD9-8364-A7BC933BCE30}">
      <dgm:prSet/>
      <dgm:spPr/>
      <dgm:t>
        <a:bodyPr/>
        <a:lstStyle/>
        <a:p>
          <a:endParaRPr lang="en-US"/>
        </a:p>
      </dgm:t>
    </dgm:pt>
    <dgm:pt modelId="{B227615C-EF6F-44F6-9E8A-65632623D9E6}">
      <dgm:prSet/>
      <dgm:spPr/>
      <dgm:t>
        <a:bodyPr/>
        <a:lstStyle/>
        <a:p>
          <a:r>
            <a:rPr lang="en-US"/>
            <a:t>• Tervezés alatt: edzésnapló, admin modul</a:t>
          </a:r>
        </a:p>
      </dgm:t>
    </dgm:pt>
    <dgm:pt modelId="{EBD31924-0155-41B6-A978-E0F9F96901B0}" type="parTrans" cxnId="{59C3130E-23A6-4927-9D8F-87135F84EB6E}">
      <dgm:prSet/>
      <dgm:spPr/>
      <dgm:t>
        <a:bodyPr/>
        <a:lstStyle/>
        <a:p>
          <a:endParaRPr lang="en-US"/>
        </a:p>
      </dgm:t>
    </dgm:pt>
    <dgm:pt modelId="{10DA8853-D324-4F69-95A9-F944A0794EA8}" type="sibTrans" cxnId="{59C3130E-23A6-4927-9D8F-87135F84EB6E}">
      <dgm:prSet/>
      <dgm:spPr/>
      <dgm:t>
        <a:bodyPr/>
        <a:lstStyle/>
        <a:p>
          <a:endParaRPr lang="en-US"/>
        </a:p>
      </dgm:t>
    </dgm:pt>
    <dgm:pt modelId="{3DB896D0-6EF1-4D12-B7B0-30427DDFA87C}" type="pres">
      <dgm:prSet presAssocID="{9CC3DFDC-E633-47EA-97E6-B41B729BD79C}" presName="linear" presStyleCnt="0">
        <dgm:presLayoutVars>
          <dgm:animLvl val="lvl"/>
          <dgm:resizeHandles val="exact"/>
        </dgm:presLayoutVars>
      </dgm:prSet>
      <dgm:spPr/>
    </dgm:pt>
    <dgm:pt modelId="{174FA1F7-07F7-4E56-A7AA-304FC8CA4221}" type="pres">
      <dgm:prSet presAssocID="{9A3E9447-1C0D-48BF-9C86-9657D8A53C4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5F0F5B-ED5B-4D90-A945-AA321A3A0396}" type="pres">
      <dgm:prSet presAssocID="{31FF3E8E-F4C8-483C-8861-90E29CE424A8}" presName="spacer" presStyleCnt="0"/>
      <dgm:spPr/>
    </dgm:pt>
    <dgm:pt modelId="{1EFA7E85-E366-431C-A2F3-B95363B0F3B5}" type="pres">
      <dgm:prSet presAssocID="{217453FC-F595-4289-BBC1-F7600831CD8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90D679-2C0C-47E6-B3C9-AD61D16FEAF2}" type="pres">
      <dgm:prSet presAssocID="{ACD06AFA-3641-4625-9089-8422B27827F2}" presName="spacer" presStyleCnt="0"/>
      <dgm:spPr/>
    </dgm:pt>
    <dgm:pt modelId="{5FE12B33-EFE3-463B-A31D-CAFC8E37224E}" type="pres">
      <dgm:prSet presAssocID="{B227615C-EF6F-44F6-9E8A-65632623D9E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9C3130E-23A6-4927-9D8F-87135F84EB6E}" srcId="{9CC3DFDC-E633-47EA-97E6-B41B729BD79C}" destId="{B227615C-EF6F-44F6-9E8A-65632623D9E6}" srcOrd="2" destOrd="0" parTransId="{EBD31924-0155-41B6-A978-E0F9F96901B0}" sibTransId="{10DA8853-D324-4F69-95A9-F944A0794EA8}"/>
    <dgm:cxn modelId="{2047FF60-94E0-463E-87C8-156F3B171155}" type="presOf" srcId="{9A3E9447-1C0D-48BF-9C86-9657D8A53C42}" destId="{174FA1F7-07F7-4E56-A7AA-304FC8CA4221}" srcOrd="0" destOrd="0" presId="urn:microsoft.com/office/officeart/2005/8/layout/vList2"/>
    <dgm:cxn modelId="{DCED6D97-6F4F-46B4-A0B6-D4791729F969}" type="presOf" srcId="{9CC3DFDC-E633-47EA-97E6-B41B729BD79C}" destId="{3DB896D0-6EF1-4D12-B7B0-30427DDFA87C}" srcOrd="0" destOrd="0" presId="urn:microsoft.com/office/officeart/2005/8/layout/vList2"/>
    <dgm:cxn modelId="{735BCF9C-CDE6-4810-BD4D-32A79773E4C9}" type="presOf" srcId="{217453FC-F595-4289-BBC1-F7600831CD8E}" destId="{1EFA7E85-E366-431C-A2F3-B95363B0F3B5}" srcOrd="0" destOrd="0" presId="urn:microsoft.com/office/officeart/2005/8/layout/vList2"/>
    <dgm:cxn modelId="{A95DE1C7-E4E4-458B-B2CE-3AE1F535BFDD}" type="presOf" srcId="{B227615C-EF6F-44F6-9E8A-65632623D9E6}" destId="{5FE12B33-EFE3-463B-A31D-CAFC8E37224E}" srcOrd="0" destOrd="0" presId="urn:microsoft.com/office/officeart/2005/8/layout/vList2"/>
    <dgm:cxn modelId="{840CD8CF-0618-4CD9-8364-A7BC933BCE30}" srcId="{9CC3DFDC-E633-47EA-97E6-B41B729BD79C}" destId="{217453FC-F595-4289-BBC1-F7600831CD8E}" srcOrd="1" destOrd="0" parTransId="{04468183-68EC-424E-B42C-C3E58E47DB13}" sibTransId="{ACD06AFA-3641-4625-9089-8422B27827F2}"/>
    <dgm:cxn modelId="{F28245F0-4673-4C8C-86B1-C6AC6F4275E9}" srcId="{9CC3DFDC-E633-47EA-97E6-B41B729BD79C}" destId="{9A3E9447-1C0D-48BF-9C86-9657D8A53C42}" srcOrd="0" destOrd="0" parTransId="{589998BA-BE57-4A5B-87CA-87729290FCB1}" sibTransId="{31FF3E8E-F4C8-483C-8861-90E29CE424A8}"/>
    <dgm:cxn modelId="{B7FCEEA3-39D8-4219-971E-07698845CFF0}" type="presParOf" srcId="{3DB896D0-6EF1-4D12-B7B0-30427DDFA87C}" destId="{174FA1F7-07F7-4E56-A7AA-304FC8CA4221}" srcOrd="0" destOrd="0" presId="urn:microsoft.com/office/officeart/2005/8/layout/vList2"/>
    <dgm:cxn modelId="{57D33DFD-1799-4DA9-838C-5543A3DFA978}" type="presParOf" srcId="{3DB896D0-6EF1-4D12-B7B0-30427DDFA87C}" destId="{F95F0F5B-ED5B-4D90-A945-AA321A3A0396}" srcOrd="1" destOrd="0" presId="urn:microsoft.com/office/officeart/2005/8/layout/vList2"/>
    <dgm:cxn modelId="{0F99E5DF-AD52-46F9-A9EC-159FA3240E63}" type="presParOf" srcId="{3DB896D0-6EF1-4D12-B7B0-30427DDFA87C}" destId="{1EFA7E85-E366-431C-A2F3-B95363B0F3B5}" srcOrd="2" destOrd="0" presId="urn:microsoft.com/office/officeart/2005/8/layout/vList2"/>
    <dgm:cxn modelId="{89DAA86F-1A50-4A2E-ADA9-14EAF6F7FC9E}" type="presParOf" srcId="{3DB896D0-6EF1-4D12-B7B0-30427DDFA87C}" destId="{7E90D679-2C0C-47E6-B3C9-AD61D16FEAF2}" srcOrd="3" destOrd="0" presId="urn:microsoft.com/office/officeart/2005/8/layout/vList2"/>
    <dgm:cxn modelId="{D14F894F-45D9-4627-8A01-E1C6E018A0E2}" type="presParOf" srcId="{3DB896D0-6EF1-4D12-B7B0-30427DDFA87C}" destId="{5FE12B33-EFE3-463B-A31D-CAFC8E37224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FB0D935-752B-42AE-8E3A-FBB5EDF914B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1C8294-99CE-4B44-A29E-3F59FD21F49B}">
      <dgm:prSet/>
      <dgm:spPr/>
      <dgm:t>
        <a:bodyPr/>
        <a:lstStyle/>
        <a:p>
          <a:r>
            <a:rPr lang="en-US"/>
            <a:t>• API stabilizálása és dokumentálása</a:t>
          </a:r>
        </a:p>
      </dgm:t>
    </dgm:pt>
    <dgm:pt modelId="{29DFC4E4-D24C-4127-A15F-8BB338EA893A}" type="parTrans" cxnId="{705C8233-9035-4E89-B559-B9F7752FA4C4}">
      <dgm:prSet/>
      <dgm:spPr/>
      <dgm:t>
        <a:bodyPr/>
        <a:lstStyle/>
        <a:p>
          <a:endParaRPr lang="en-US"/>
        </a:p>
      </dgm:t>
    </dgm:pt>
    <dgm:pt modelId="{D11BF73E-CEED-45FE-864C-CECBD1594835}" type="sibTrans" cxnId="{705C8233-9035-4E89-B559-B9F7752FA4C4}">
      <dgm:prSet/>
      <dgm:spPr/>
      <dgm:t>
        <a:bodyPr/>
        <a:lstStyle/>
        <a:p>
          <a:endParaRPr lang="en-US"/>
        </a:p>
      </dgm:t>
    </dgm:pt>
    <dgm:pt modelId="{CCFA7B51-FD97-41BC-83E4-0AF560BFE908}">
      <dgm:prSet/>
      <dgm:spPr/>
      <dgm:t>
        <a:bodyPr/>
        <a:lstStyle/>
        <a:p>
          <a:r>
            <a:rPr lang="en-US"/>
            <a:t>• Frontend és Desktop alkalmazás közötti funkcionális egységesítés</a:t>
          </a:r>
        </a:p>
      </dgm:t>
    </dgm:pt>
    <dgm:pt modelId="{1BB908C1-8E2A-483F-9C18-923DB3F5329A}" type="parTrans" cxnId="{74EE9F6B-66A0-4D38-B144-9D30385AD943}">
      <dgm:prSet/>
      <dgm:spPr/>
      <dgm:t>
        <a:bodyPr/>
        <a:lstStyle/>
        <a:p>
          <a:endParaRPr lang="en-US"/>
        </a:p>
      </dgm:t>
    </dgm:pt>
    <dgm:pt modelId="{20A5A468-FBA5-4EDE-9AD0-396CB6BDCB26}" type="sibTrans" cxnId="{74EE9F6B-66A0-4D38-B144-9D30385AD943}">
      <dgm:prSet/>
      <dgm:spPr/>
      <dgm:t>
        <a:bodyPr/>
        <a:lstStyle/>
        <a:p>
          <a:endParaRPr lang="en-US"/>
        </a:p>
      </dgm:t>
    </dgm:pt>
    <dgm:pt modelId="{24D6C95A-CD77-45E0-B72B-A950F6674CE7}">
      <dgm:prSet/>
      <dgm:spPr/>
      <dgm:t>
        <a:bodyPr/>
        <a:lstStyle/>
        <a:p>
          <a:r>
            <a:rPr lang="en-US"/>
            <a:t>• Automatizált tesztelés kialakítása</a:t>
          </a:r>
        </a:p>
      </dgm:t>
    </dgm:pt>
    <dgm:pt modelId="{E51DB00E-7140-40EF-97E8-466DB8E95C05}" type="parTrans" cxnId="{F7CD73F7-5FE5-4964-BC4A-5C49CBE4B9C3}">
      <dgm:prSet/>
      <dgm:spPr/>
      <dgm:t>
        <a:bodyPr/>
        <a:lstStyle/>
        <a:p>
          <a:endParaRPr lang="en-US"/>
        </a:p>
      </dgm:t>
    </dgm:pt>
    <dgm:pt modelId="{D21423F1-5CD0-4DB7-9974-2475E01B89EB}" type="sibTrans" cxnId="{F7CD73F7-5FE5-4964-BC4A-5C49CBE4B9C3}">
      <dgm:prSet/>
      <dgm:spPr/>
      <dgm:t>
        <a:bodyPr/>
        <a:lstStyle/>
        <a:p>
          <a:endParaRPr lang="en-US"/>
        </a:p>
      </dgm:t>
    </dgm:pt>
    <dgm:pt modelId="{ADE733E8-25E3-45AE-9DC6-9F5E6697F1CA}">
      <dgm:prSet/>
      <dgm:spPr/>
      <dgm:t>
        <a:bodyPr/>
        <a:lstStyle/>
        <a:p>
          <a:r>
            <a:rPr lang="en-US"/>
            <a:t>• CI/CD folyamatok fejlesztése</a:t>
          </a:r>
        </a:p>
      </dgm:t>
    </dgm:pt>
    <dgm:pt modelId="{B17F7067-0518-4EE0-9861-58390E4E17AB}" type="parTrans" cxnId="{5350EEE0-03C9-48AC-867B-DC3F6C14EF9C}">
      <dgm:prSet/>
      <dgm:spPr/>
      <dgm:t>
        <a:bodyPr/>
        <a:lstStyle/>
        <a:p>
          <a:endParaRPr lang="en-US"/>
        </a:p>
      </dgm:t>
    </dgm:pt>
    <dgm:pt modelId="{AC66D626-5145-4A49-BB2C-26323109FC3D}" type="sibTrans" cxnId="{5350EEE0-03C9-48AC-867B-DC3F6C14EF9C}">
      <dgm:prSet/>
      <dgm:spPr/>
      <dgm:t>
        <a:bodyPr/>
        <a:lstStyle/>
        <a:p>
          <a:endParaRPr lang="en-US"/>
        </a:p>
      </dgm:t>
    </dgm:pt>
    <dgm:pt modelId="{7A4C28DF-205E-44F9-BFFE-CC9B702C2770}" type="pres">
      <dgm:prSet presAssocID="{EFB0D935-752B-42AE-8E3A-FBB5EDF914B4}" presName="linear" presStyleCnt="0">
        <dgm:presLayoutVars>
          <dgm:animLvl val="lvl"/>
          <dgm:resizeHandles val="exact"/>
        </dgm:presLayoutVars>
      </dgm:prSet>
      <dgm:spPr/>
    </dgm:pt>
    <dgm:pt modelId="{D1AA348E-D460-4BAD-BFA0-B40C56FD244C}" type="pres">
      <dgm:prSet presAssocID="{801C8294-99CE-4B44-A29E-3F59FD21F49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52EB1A-FA29-45FC-8EBB-54A406E6B407}" type="pres">
      <dgm:prSet presAssocID="{D11BF73E-CEED-45FE-864C-CECBD1594835}" presName="spacer" presStyleCnt="0"/>
      <dgm:spPr/>
    </dgm:pt>
    <dgm:pt modelId="{AB031B52-43BC-44E0-BE52-735992C1A42D}" type="pres">
      <dgm:prSet presAssocID="{CCFA7B51-FD97-41BC-83E4-0AF560BFE9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E8C16E-E029-4564-9786-22D6CBD0C304}" type="pres">
      <dgm:prSet presAssocID="{20A5A468-FBA5-4EDE-9AD0-396CB6BDCB26}" presName="spacer" presStyleCnt="0"/>
      <dgm:spPr/>
    </dgm:pt>
    <dgm:pt modelId="{3DEDED44-30E7-480F-910F-157D78C85AF1}" type="pres">
      <dgm:prSet presAssocID="{24D6C95A-CD77-45E0-B72B-A950F6674C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D4FD17-4B75-49C5-8E61-369D95817FEB}" type="pres">
      <dgm:prSet presAssocID="{D21423F1-5CD0-4DB7-9974-2475E01B89EB}" presName="spacer" presStyleCnt="0"/>
      <dgm:spPr/>
    </dgm:pt>
    <dgm:pt modelId="{66EBB73A-8DB1-4AE3-A9FD-E23584D1B1AE}" type="pres">
      <dgm:prSet presAssocID="{ADE733E8-25E3-45AE-9DC6-9F5E6697F1C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05C8233-9035-4E89-B559-B9F7752FA4C4}" srcId="{EFB0D935-752B-42AE-8E3A-FBB5EDF914B4}" destId="{801C8294-99CE-4B44-A29E-3F59FD21F49B}" srcOrd="0" destOrd="0" parTransId="{29DFC4E4-D24C-4127-A15F-8BB338EA893A}" sibTransId="{D11BF73E-CEED-45FE-864C-CECBD1594835}"/>
    <dgm:cxn modelId="{8AF9F063-FD1D-48E1-9401-1D1B73EF86CB}" type="presOf" srcId="{801C8294-99CE-4B44-A29E-3F59FD21F49B}" destId="{D1AA348E-D460-4BAD-BFA0-B40C56FD244C}" srcOrd="0" destOrd="0" presId="urn:microsoft.com/office/officeart/2005/8/layout/vList2"/>
    <dgm:cxn modelId="{7FA9EC68-2417-481B-BF7F-774BF7CEBE8D}" type="presOf" srcId="{ADE733E8-25E3-45AE-9DC6-9F5E6697F1CA}" destId="{66EBB73A-8DB1-4AE3-A9FD-E23584D1B1AE}" srcOrd="0" destOrd="0" presId="urn:microsoft.com/office/officeart/2005/8/layout/vList2"/>
    <dgm:cxn modelId="{74EE9F6B-66A0-4D38-B144-9D30385AD943}" srcId="{EFB0D935-752B-42AE-8E3A-FBB5EDF914B4}" destId="{CCFA7B51-FD97-41BC-83E4-0AF560BFE908}" srcOrd="1" destOrd="0" parTransId="{1BB908C1-8E2A-483F-9C18-923DB3F5329A}" sibTransId="{20A5A468-FBA5-4EDE-9AD0-396CB6BDCB26}"/>
    <dgm:cxn modelId="{20EEB25A-40E4-420E-99D3-6C9CABC6C430}" type="presOf" srcId="{EFB0D935-752B-42AE-8E3A-FBB5EDF914B4}" destId="{7A4C28DF-205E-44F9-BFFE-CC9B702C2770}" srcOrd="0" destOrd="0" presId="urn:microsoft.com/office/officeart/2005/8/layout/vList2"/>
    <dgm:cxn modelId="{D40BBBE0-F02E-4189-A3D8-22AF428EB95B}" type="presOf" srcId="{CCFA7B51-FD97-41BC-83E4-0AF560BFE908}" destId="{AB031B52-43BC-44E0-BE52-735992C1A42D}" srcOrd="0" destOrd="0" presId="urn:microsoft.com/office/officeart/2005/8/layout/vList2"/>
    <dgm:cxn modelId="{5350EEE0-03C9-48AC-867B-DC3F6C14EF9C}" srcId="{EFB0D935-752B-42AE-8E3A-FBB5EDF914B4}" destId="{ADE733E8-25E3-45AE-9DC6-9F5E6697F1CA}" srcOrd="3" destOrd="0" parTransId="{B17F7067-0518-4EE0-9861-58390E4E17AB}" sibTransId="{AC66D626-5145-4A49-BB2C-26323109FC3D}"/>
    <dgm:cxn modelId="{AD4DA3E6-E889-4BC2-8246-00896D60D69C}" type="presOf" srcId="{24D6C95A-CD77-45E0-B72B-A950F6674CE7}" destId="{3DEDED44-30E7-480F-910F-157D78C85AF1}" srcOrd="0" destOrd="0" presId="urn:microsoft.com/office/officeart/2005/8/layout/vList2"/>
    <dgm:cxn modelId="{F7CD73F7-5FE5-4964-BC4A-5C49CBE4B9C3}" srcId="{EFB0D935-752B-42AE-8E3A-FBB5EDF914B4}" destId="{24D6C95A-CD77-45E0-B72B-A950F6674CE7}" srcOrd="2" destOrd="0" parTransId="{E51DB00E-7140-40EF-97E8-466DB8E95C05}" sibTransId="{D21423F1-5CD0-4DB7-9974-2475E01B89EB}"/>
    <dgm:cxn modelId="{E446B1AC-C50E-495F-BFFC-A30238A73A82}" type="presParOf" srcId="{7A4C28DF-205E-44F9-BFFE-CC9B702C2770}" destId="{D1AA348E-D460-4BAD-BFA0-B40C56FD244C}" srcOrd="0" destOrd="0" presId="urn:microsoft.com/office/officeart/2005/8/layout/vList2"/>
    <dgm:cxn modelId="{14913ABA-87E6-450D-875A-F9CC42CF7F1D}" type="presParOf" srcId="{7A4C28DF-205E-44F9-BFFE-CC9B702C2770}" destId="{3152EB1A-FA29-45FC-8EBB-54A406E6B407}" srcOrd="1" destOrd="0" presId="urn:microsoft.com/office/officeart/2005/8/layout/vList2"/>
    <dgm:cxn modelId="{FF2720F8-F096-4B88-8797-3DD5965A6BFB}" type="presParOf" srcId="{7A4C28DF-205E-44F9-BFFE-CC9B702C2770}" destId="{AB031B52-43BC-44E0-BE52-735992C1A42D}" srcOrd="2" destOrd="0" presId="urn:microsoft.com/office/officeart/2005/8/layout/vList2"/>
    <dgm:cxn modelId="{AA5AD544-43D5-42EF-879C-08853D9AB905}" type="presParOf" srcId="{7A4C28DF-205E-44F9-BFFE-CC9B702C2770}" destId="{92E8C16E-E029-4564-9786-22D6CBD0C304}" srcOrd="3" destOrd="0" presId="urn:microsoft.com/office/officeart/2005/8/layout/vList2"/>
    <dgm:cxn modelId="{74D3DCA1-570F-427C-855E-16ED4740806B}" type="presParOf" srcId="{7A4C28DF-205E-44F9-BFFE-CC9B702C2770}" destId="{3DEDED44-30E7-480F-910F-157D78C85AF1}" srcOrd="4" destOrd="0" presId="urn:microsoft.com/office/officeart/2005/8/layout/vList2"/>
    <dgm:cxn modelId="{156B410E-335C-4993-BC85-84BF385A1CBB}" type="presParOf" srcId="{7A4C28DF-205E-44F9-BFFE-CC9B702C2770}" destId="{DBD4FD17-4B75-49C5-8E61-369D95817FEB}" srcOrd="5" destOrd="0" presId="urn:microsoft.com/office/officeart/2005/8/layout/vList2"/>
    <dgm:cxn modelId="{6C485813-B11B-46CE-885D-CCB857F8AC7D}" type="presParOf" srcId="{7A4C28DF-205E-44F9-BFFE-CC9B702C2770}" destId="{66EBB73A-8DB1-4AE3-A9FD-E23584D1B1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9820B6-7219-42DA-903F-4FA39BC5DF6A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A statikus weboldal teljes átírása React alapokra</a:t>
          </a:r>
        </a:p>
      </dsp:txBody>
      <dsp:txXfrm>
        <a:off x="429570" y="472"/>
        <a:ext cx="3346456" cy="2007873"/>
      </dsp:txXfrm>
    </dsp:sp>
    <dsp:sp modelId="{28BDCE57-A5DA-4AC2-A025-E4C1222387E2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Adatbázis réteg átalakítása REST alapú Web API-ra</a:t>
          </a:r>
        </a:p>
      </dsp:txBody>
      <dsp:txXfrm>
        <a:off x="4110672" y="472"/>
        <a:ext cx="3346456" cy="2007873"/>
      </dsp:txXfrm>
    </dsp:sp>
    <dsp:sp modelId="{F95873E3-F4BC-4A77-B7C6-84202403089D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Asztali alkalmazás fejlesztése elkezdődött</a:t>
          </a:r>
        </a:p>
      </dsp:txBody>
      <dsp:txXfrm>
        <a:off x="429570" y="2342991"/>
        <a:ext cx="3346456" cy="2007873"/>
      </dsp:txXfrm>
    </dsp:sp>
    <dsp:sp modelId="{9D1D990B-D4C4-4829-98E2-64702D3C2173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• Jelentős technológiai váltások és integrációs kihívások</a:t>
          </a:r>
        </a:p>
      </dsp:txBody>
      <dsp:txXfrm>
        <a:off x="4110672" y="2342991"/>
        <a:ext cx="3346456" cy="2007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709F01-74EC-412E-941F-70B8E2CC266C}">
      <dsp:nvSpPr>
        <dsp:cNvPr id="0" name=""/>
        <dsp:cNvSpPr/>
      </dsp:nvSpPr>
      <dsp:spPr>
        <a:xfrm>
          <a:off x="0" y="78669"/>
          <a:ext cx="7886700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 három különböző platform (React, Web API, Desktop) integrációja komplex</a:t>
          </a:r>
        </a:p>
      </dsp:txBody>
      <dsp:txXfrm>
        <a:off x="48547" y="127216"/>
        <a:ext cx="7789606" cy="897406"/>
      </dsp:txXfrm>
    </dsp:sp>
    <dsp:sp modelId="{8FDAA24A-9ED7-43E7-B5B1-DA07E737683E}">
      <dsp:nvSpPr>
        <dsp:cNvPr id="0" name=""/>
        <dsp:cNvSpPr/>
      </dsp:nvSpPr>
      <dsp:spPr>
        <a:xfrm>
          <a:off x="0" y="1145169"/>
          <a:ext cx="7886700" cy="9945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Verziók és adatmodell folyamatos szinkronban tartása</a:t>
          </a:r>
        </a:p>
      </dsp:txBody>
      <dsp:txXfrm>
        <a:off x="48547" y="1193716"/>
        <a:ext cx="7789606" cy="897406"/>
      </dsp:txXfrm>
    </dsp:sp>
    <dsp:sp modelId="{A40ECBB0-5825-47D4-A1A8-020C874E4B35}">
      <dsp:nvSpPr>
        <dsp:cNvPr id="0" name=""/>
        <dsp:cNvSpPr/>
      </dsp:nvSpPr>
      <dsp:spPr>
        <a:xfrm>
          <a:off x="0" y="2211669"/>
          <a:ext cx="7886700" cy="9945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Eltérő fejlesztési ütemek összehangolása</a:t>
          </a:r>
        </a:p>
      </dsp:txBody>
      <dsp:txXfrm>
        <a:off x="48547" y="2260216"/>
        <a:ext cx="7789606" cy="897406"/>
      </dsp:txXfrm>
    </dsp:sp>
    <dsp:sp modelId="{4A01A516-B312-4083-A939-B237B2989F66}">
      <dsp:nvSpPr>
        <dsp:cNvPr id="0" name=""/>
        <dsp:cNvSpPr/>
      </dsp:nvSpPr>
      <dsp:spPr>
        <a:xfrm>
          <a:off x="0" y="3278169"/>
          <a:ext cx="7886700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Kommunikáció és fejlesztői workflow újraszervezése</a:t>
          </a:r>
        </a:p>
      </dsp:txBody>
      <dsp:txXfrm>
        <a:off x="48547" y="3326716"/>
        <a:ext cx="7789606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5063D6-AC8D-436E-88C6-70875A751E62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Komponens alapú felépítés</a:t>
          </a:r>
        </a:p>
      </dsp:txBody>
      <dsp:txXfrm>
        <a:off x="429570" y="472"/>
        <a:ext cx="3346456" cy="2007873"/>
      </dsp:txXfrm>
    </dsp:sp>
    <dsp:sp modelId="{303A171D-AE7A-4B0A-A13F-7CC8EE960C39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Átláthatóbb állapotkezelés</a:t>
          </a:r>
        </a:p>
      </dsp:txBody>
      <dsp:txXfrm>
        <a:off x="4110672" y="472"/>
        <a:ext cx="3346456" cy="2007873"/>
      </dsp:txXfrm>
    </dsp:sp>
    <dsp:sp modelId="{EB15D5F8-47A5-4D87-9FA5-D250AACA6A44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Gyorsabb fejlesztés és jobb újrafelhasználhatóság</a:t>
          </a:r>
        </a:p>
      </dsp:txBody>
      <dsp:txXfrm>
        <a:off x="429570" y="2342991"/>
        <a:ext cx="3346456" cy="2007873"/>
      </dsp:txXfrm>
    </dsp:sp>
    <dsp:sp modelId="{1066A6FA-E5E3-4205-B2D5-1D2899698E91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Meglévő HTML/CSS/JS kód modernizálása</a:t>
          </a:r>
        </a:p>
      </dsp:txBody>
      <dsp:txXfrm>
        <a:off x="4110672" y="2342991"/>
        <a:ext cx="3346456" cy="20078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562C9-BA85-49B4-9D67-14C0C7D91460}">
      <dsp:nvSpPr>
        <dsp:cNvPr id="0" name=""/>
        <dsp:cNvSpPr/>
      </dsp:nvSpPr>
      <dsp:spPr>
        <a:xfrm>
          <a:off x="0" y="816128"/>
          <a:ext cx="7886700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Az adatbázis műveletek API-n keresztül érhetők el</a:t>
          </a:r>
        </a:p>
      </dsp:txBody>
      <dsp:txXfrm>
        <a:off x="30442" y="846570"/>
        <a:ext cx="7825816" cy="562726"/>
      </dsp:txXfrm>
    </dsp:sp>
    <dsp:sp modelId="{D8950E9F-853C-4A79-98F8-8D17B5E75111}">
      <dsp:nvSpPr>
        <dsp:cNvPr id="0" name=""/>
        <dsp:cNvSpPr/>
      </dsp:nvSpPr>
      <dsp:spPr>
        <a:xfrm>
          <a:off x="0" y="1514619"/>
          <a:ext cx="7886700" cy="62361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Biztonságosabb és skálázhatóbb adatkezelés</a:t>
          </a:r>
        </a:p>
      </dsp:txBody>
      <dsp:txXfrm>
        <a:off x="30442" y="1545061"/>
        <a:ext cx="7825816" cy="562726"/>
      </dsp:txXfrm>
    </dsp:sp>
    <dsp:sp modelId="{827C2BF4-AC89-4AF1-BCC4-F2EBE88C4205}">
      <dsp:nvSpPr>
        <dsp:cNvPr id="0" name=""/>
        <dsp:cNvSpPr/>
      </dsp:nvSpPr>
      <dsp:spPr>
        <a:xfrm>
          <a:off x="0" y="2213109"/>
          <a:ext cx="7886700" cy="62361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Frontend és Desktop alkalmazás egységes kiszolgálása</a:t>
          </a:r>
        </a:p>
      </dsp:txBody>
      <dsp:txXfrm>
        <a:off x="30442" y="2243551"/>
        <a:ext cx="7825816" cy="562726"/>
      </dsp:txXfrm>
    </dsp:sp>
    <dsp:sp modelId="{7D642377-D41A-4B6B-A524-332B7297628A}">
      <dsp:nvSpPr>
        <dsp:cNvPr id="0" name=""/>
        <dsp:cNvSpPr/>
      </dsp:nvSpPr>
      <dsp:spPr>
        <a:xfrm>
          <a:off x="0" y="2911599"/>
          <a:ext cx="7886700" cy="62361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• Egységes adatmodell kialakítása</a:t>
          </a:r>
        </a:p>
      </dsp:txBody>
      <dsp:txXfrm>
        <a:off x="30442" y="2942041"/>
        <a:ext cx="7825816" cy="56272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FA1F7-07F7-4E56-A7AA-304FC8CA4221}">
      <dsp:nvSpPr>
        <dsp:cNvPr id="0" name=""/>
        <dsp:cNvSpPr/>
      </dsp:nvSpPr>
      <dsp:spPr>
        <a:xfrm>
          <a:off x="0" y="48969"/>
          <a:ext cx="78867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A funkcionalitás egy része asztali környezetben is elérhető</a:t>
          </a:r>
        </a:p>
      </dsp:txBody>
      <dsp:txXfrm>
        <a:off x="66025" y="114994"/>
        <a:ext cx="7754650" cy="1220470"/>
      </dsp:txXfrm>
    </dsp:sp>
    <dsp:sp modelId="{1EFA7E85-E366-431C-A2F3-B95363B0F3B5}">
      <dsp:nvSpPr>
        <dsp:cNvPr id="0" name=""/>
        <dsp:cNvSpPr/>
      </dsp:nvSpPr>
      <dsp:spPr>
        <a:xfrm>
          <a:off x="0" y="1499409"/>
          <a:ext cx="7886700" cy="13525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API-alapú kommunikáció a központi rendszerrel</a:t>
          </a:r>
        </a:p>
      </dsp:txBody>
      <dsp:txXfrm>
        <a:off x="66025" y="1565434"/>
        <a:ext cx="7754650" cy="1220470"/>
      </dsp:txXfrm>
    </dsp:sp>
    <dsp:sp modelId="{5FE12B33-EFE3-463B-A31D-CAFC8E37224E}">
      <dsp:nvSpPr>
        <dsp:cNvPr id="0" name=""/>
        <dsp:cNvSpPr/>
      </dsp:nvSpPr>
      <dsp:spPr>
        <a:xfrm>
          <a:off x="0" y="2949848"/>
          <a:ext cx="7886700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Tervezés alatt: edzésnapló, admin modul</a:t>
          </a:r>
        </a:p>
      </dsp:txBody>
      <dsp:txXfrm>
        <a:off x="66025" y="3015873"/>
        <a:ext cx="7754650" cy="12204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A348E-D460-4BAD-BFA0-B40C56FD244C}">
      <dsp:nvSpPr>
        <dsp:cNvPr id="0" name=""/>
        <dsp:cNvSpPr/>
      </dsp:nvSpPr>
      <dsp:spPr>
        <a:xfrm>
          <a:off x="0" y="81411"/>
          <a:ext cx="7886700" cy="99312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API stabilizálása és dokumentálása</a:t>
          </a:r>
        </a:p>
      </dsp:txBody>
      <dsp:txXfrm>
        <a:off x="48481" y="129892"/>
        <a:ext cx="7789738" cy="896166"/>
      </dsp:txXfrm>
    </dsp:sp>
    <dsp:sp modelId="{AB031B52-43BC-44E0-BE52-735992C1A42D}">
      <dsp:nvSpPr>
        <dsp:cNvPr id="0" name=""/>
        <dsp:cNvSpPr/>
      </dsp:nvSpPr>
      <dsp:spPr>
        <a:xfrm>
          <a:off x="0" y="1146540"/>
          <a:ext cx="7886700" cy="993128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Frontend és Desktop alkalmazás közötti funkcionális egységesítés</a:t>
          </a:r>
        </a:p>
      </dsp:txBody>
      <dsp:txXfrm>
        <a:off x="48481" y="1195021"/>
        <a:ext cx="7789738" cy="896166"/>
      </dsp:txXfrm>
    </dsp:sp>
    <dsp:sp modelId="{3DEDED44-30E7-480F-910F-157D78C85AF1}">
      <dsp:nvSpPr>
        <dsp:cNvPr id="0" name=""/>
        <dsp:cNvSpPr/>
      </dsp:nvSpPr>
      <dsp:spPr>
        <a:xfrm>
          <a:off x="0" y="2211669"/>
          <a:ext cx="7886700" cy="99312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Automatizált tesztelés kialakítása</a:t>
          </a:r>
        </a:p>
      </dsp:txBody>
      <dsp:txXfrm>
        <a:off x="48481" y="2260150"/>
        <a:ext cx="7789738" cy="896166"/>
      </dsp:txXfrm>
    </dsp:sp>
    <dsp:sp modelId="{66EBB73A-8DB1-4AE3-A9FD-E23584D1B1AE}">
      <dsp:nvSpPr>
        <dsp:cNvPr id="0" name=""/>
        <dsp:cNvSpPr/>
      </dsp:nvSpPr>
      <dsp:spPr>
        <a:xfrm>
          <a:off x="0" y="3276797"/>
          <a:ext cx="7886700" cy="993128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CI/CD folyamatok fejlesztése</a:t>
          </a:r>
        </a:p>
      </dsp:txBody>
      <dsp:txXfrm>
        <a:off x="48481" y="3325278"/>
        <a:ext cx="7789738" cy="8961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agames.com/2015/07/minecraft-sells-over-20-million-on-pc-mac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ight Triangle 2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hu-HU" sz="7000" dirty="0"/>
              <a:t>RBM </a:t>
            </a:r>
            <a:r>
              <a:rPr lang="hu-HU" sz="7000" dirty="0" err="1"/>
              <a:t>Coaching</a:t>
            </a:r>
            <a:r>
              <a:rPr lang="hu-HU" sz="7000"/>
              <a:t> - Projekt Fejlesztési Jelentés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hu-HU" sz="2000"/>
              <a:t>Frontend, Backend és </a:t>
            </a:r>
            <a:r>
              <a:rPr lang="hu-HU" sz="2000" err="1"/>
              <a:t>Desktop</a:t>
            </a:r>
            <a:r>
              <a:rPr lang="hu-HU" sz="2000"/>
              <a:t> alkalmazás összehangolása</a:t>
            </a:r>
          </a:p>
          <a:p>
            <a:pPr algn="l">
              <a:lnSpc>
                <a:spcPct val="90000"/>
              </a:lnSpc>
            </a:pPr>
            <a:r>
              <a:rPr lang="hu-HU" sz="2000"/>
              <a:t>Rubovszki Balázs, Mezei Botond, </a:t>
            </a:r>
            <a:r>
              <a:rPr lang="hu-HU" sz="2000" err="1"/>
              <a:t>Bakaja</a:t>
            </a:r>
            <a:r>
              <a:rPr lang="hu-HU" sz="2000"/>
              <a:t> Csaba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Tartalom helye 4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42ACEAF-5679-4C18-749D-61E8A29E53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74" b="-1"/>
          <a:stretch>
            <a:fillRect/>
          </a:stretch>
        </p:blipFill>
        <p:spPr>
          <a:xfrm>
            <a:off x="469942" y="317578"/>
            <a:ext cx="8138333" cy="3508437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23E2A05C-88B3-C82C-92A1-31D8F1E7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endParaRPr lang="hu-HU" sz="4200">
              <a:solidFill>
                <a:schemeClr val="bg1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D97E62-4694-723F-6C79-FB7314DE9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583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71380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8515" y="0"/>
            <a:ext cx="1897292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9473" y="0"/>
            <a:ext cx="1902325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Tartalom helye 4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354FF01-F673-BE28-4484-CF562B5C9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1383421"/>
            <a:ext cx="5801436" cy="409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6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F0E00C3-4613-415F-BE3A-78FBAD906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71380" cy="6858000"/>
          </a:xfrm>
          <a:custGeom>
            <a:avLst/>
            <a:gdLst>
              <a:gd name="connsiteX0" fmla="*/ 0 w 10495175"/>
              <a:gd name="connsiteY0" fmla="*/ 0 h 6858000"/>
              <a:gd name="connsiteX1" fmla="*/ 5289224 w 10495175"/>
              <a:gd name="connsiteY1" fmla="*/ 0 h 6858000"/>
              <a:gd name="connsiteX2" fmla="*/ 6736007 w 10495175"/>
              <a:gd name="connsiteY2" fmla="*/ 0 h 6858000"/>
              <a:gd name="connsiteX3" fmla="*/ 6998753 w 10495175"/>
              <a:gd name="connsiteY3" fmla="*/ 0 h 6858000"/>
              <a:gd name="connsiteX4" fmla="*/ 7778919 w 10495175"/>
              <a:gd name="connsiteY4" fmla="*/ 0 h 6858000"/>
              <a:gd name="connsiteX5" fmla="*/ 8872152 w 10495175"/>
              <a:gd name="connsiteY5" fmla="*/ 0 h 6858000"/>
              <a:gd name="connsiteX6" fmla="*/ 8894276 w 10495175"/>
              <a:gd name="connsiteY6" fmla="*/ 14997 h 6858000"/>
              <a:gd name="connsiteX7" fmla="*/ 10495175 w 10495175"/>
              <a:gd name="connsiteY7" fmla="*/ 3621656 h 6858000"/>
              <a:gd name="connsiteX8" fmla="*/ 8620825 w 10495175"/>
              <a:gd name="connsiteY8" fmla="*/ 6374814 h 6858000"/>
              <a:gd name="connsiteX9" fmla="*/ 8104177 w 10495175"/>
              <a:gd name="connsiteY9" fmla="*/ 6780599 h 6858000"/>
              <a:gd name="connsiteX10" fmla="*/ 7992421 w 10495175"/>
              <a:gd name="connsiteY10" fmla="*/ 6858000 h 6858000"/>
              <a:gd name="connsiteX11" fmla="*/ 7778919 w 10495175"/>
              <a:gd name="connsiteY11" fmla="*/ 6858000 h 6858000"/>
              <a:gd name="connsiteX12" fmla="*/ 6998753 w 10495175"/>
              <a:gd name="connsiteY12" fmla="*/ 6858000 h 6858000"/>
              <a:gd name="connsiteX13" fmla="*/ 6736007 w 10495175"/>
              <a:gd name="connsiteY13" fmla="*/ 6858000 h 6858000"/>
              <a:gd name="connsiteX14" fmla="*/ 5289224 w 10495175"/>
              <a:gd name="connsiteY14" fmla="*/ 6858000 h 6858000"/>
              <a:gd name="connsiteX15" fmla="*/ 0 w 10495175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0495175" h="6858000">
                <a:moveTo>
                  <a:pt x="0" y="0"/>
                </a:moveTo>
                <a:lnTo>
                  <a:pt x="5289224" y="0"/>
                </a:lnTo>
                <a:lnTo>
                  <a:pt x="6736007" y="0"/>
                </a:lnTo>
                <a:lnTo>
                  <a:pt x="6998753" y="0"/>
                </a:lnTo>
                <a:lnTo>
                  <a:pt x="7778919" y="0"/>
                </a:lnTo>
                <a:lnTo>
                  <a:pt x="8872152" y="0"/>
                </a:lnTo>
                <a:lnTo>
                  <a:pt x="8894276" y="14997"/>
                </a:lnTo>
                <a:cubicBezTo>
                  <a:pt x="9921439" y="754641"/>
                  <a:pt x="10495175" y="2093192"/>
                  <a:pt x="10495175" y="3621656"/>
                </a:cubicBezTo>
                <a:cubicBezTo>
                  <a:pt x="10495175" y="4969131"/>
                  <a:pt x="9566450" y="5602839"/>
                  <a:pt x="8620825" y="6374814"/>
                </a:cubicBezTo>
                <a:cubicBezTo>
                  <a:pt x="8448622" y="6515397"/>
                  <a:pt x="8277995" y="6653108"/>
                  <a:pt x="8104177" y="6780599"/>
                </a:cubicBezTo>
                <a:lnTo>
                  <a:pt x="7992421" y="6858000"/>
                </a:lnTo>
                <a:lnTo>
                  <a:pt x="7778919" y="6858000"/>
                </a:lnTo>
                <a:lnTo>
                  <a:pt x="6998753" y="6858000"/>
                </a:lnTo>
                <a:lnTo>
                  <a:pt x="6736007" y="6858000"/>
                </a:lnTo>
                <a:lnTo>
                  <a:pt x="52892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98515" y="0"/>
            <a:ext cx="1897292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9473" y="0"/>
            <a:ext cx="1902325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Tartalom helye 4" descr="A képen szöveg, Betűtípus, sor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EAD6D5AD-F192-440B-6CD6-C8A3218F9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2688744"/>
            <a:ext cx="5801436" cy="147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7FBED0F-CF11-CC98-7D56-2E095E6137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Projekt előrehaladás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B04B1B-2A37-CE9A-9FF5-9941CEA0C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07641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A69C58-09E6-C5A1-903A-B31F27D006E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Összehangolás Nehézségei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75387B-D6F6-DD71-59F8-78E6735870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28807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077743-21F7-A3C2-0863-DB78224305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Modern Frontend – React átállás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1C836A-7D2F-7595-B8F7-B1A6C7D2FE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01080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56E74DF-7573-B1F7-7F5D-463684A8C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endParaRPr lang="en-US" sz="4500"/>
          </a:p>
        </p:txBody>
      </p:sp>
      <p:pic>
        <p:nvPicPr>
          <p:cNvPr id="7" name="Kép 6" descr="A képen szöveg, képernyőkép, Webhely, Weblap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6FE90B6-85B6-EE4E-08E1-2FAF31BA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5" y="3439702"/>
            <a:ext cx="4371196" cy="2382301"/>
          </a:xfrm>
          <a:prstGeom prst="rect">
            <a:avLst/>
          </a:prstGeom>
        </p:spPr>
      </p:pic>
      <p:pic>
        <p:nvPicPr>
          <p:cNvPr id="5" name="Tartalom helye 4" descr="A képen szöveg, képernyőkép, ember, Webhely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DFE7504-B33E-667F-BA7B-8C87585FF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6878" y="3543518"/>
            <a:ext cx="4371196" cy="2174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4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036E73-DEDB-924B-13E4-AF0E3263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React</a:t>
            </a:r>
            <a:r>
              <a:rPr lang="hu-HU" dirty="0"/>
              <a:t> </a:t>
            </a:r>
            <a:r>
              <a:rPr lang="hu-HU" dirty="0" err="1"/>
              <a:t>strukturank</a:t>
            </a:r>
            <a:endParaRPr lang="hu-HU" dirty="0"/>
          </a:p>
        </p:txBody>
      </p:sp>
      <p:pic>
        <p:nvPicPr>
          <p:cNvPr id="5" name="Tartalom helye 4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934D918-B298-CA17-512E-03968F97A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4117" y="1764323"/>
            <a:ext cx="1853489" cy="4525963"/>
          </a:xfrm>
        </p:spPr>
      </p:pic>
    </p:spTree>
    <p:extLst>
      <p:ext uri="{BB962C8B-B14F-4D97-AF65-F5344CB8AC3E}">
        <p14:creationId xmlns:p14="http://schemas.microsoft.com/office/powerpoint/2010/main" val="14913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D00B1E-7A29-81BB-E5FD-5B07C3F529D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2500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Web API – Adatbázis réteg modernizálása</a:t>
            </a:r>
            <a:endParaRPr lang="hu-HU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D85756-8DA7-C5E1-2AB6-E53D7FCC26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9593681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104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Tutorial API using C#">
            <a:extLst>
              <a:ext uri="{FF2B5EF4-FFF2-40B4-BE49-F238E27FC236}">
                <a16:creationId xmlns:a16="http://schemas.microsoft.com/office/drawing/2014/main" id="{39148DD0-FD46-F291-D7E9-656166E3D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" r="1" b="14629"/>
          <a:stretch>
            <a:fillRect/>
          </a:stretch>
        </p:blipFill>
        <p:spPr bwMode="auto">
          <a:xfrm>
            <a:off x="469942" y="317578"/>
            <a:ext cx="8138333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536210"/>
            <a:ext cx="304800" cy="322326"/>
            <a:chOff x="215328" y="-46937"/>
            <a:chExt cx="304800" cy="2773841"/>
          </a:xfrm>
        </p:grpSpPr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A5961143-D271-EAD8-413B-9373AD7E1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018137"/>
            <a:ext cx="3426795" cy="2129586"/>
          </a:xfrm>
          <a:noFill/>
        </p:spPr>
        <p:txBody>
          <a:bodyPr anchor="t">
            <a:normAutofit/>
          </a:bodyPr>
          <a:lstStyle/>
          <a:p>
            <a:pPr algn="l"/>
            <a:endParaRPr lang="hu-HU" sz="4200">
              <a:solidFill>
                <a:schemeClr val="bg1"/>
              </a:solidFill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AC92386-1F81-C43F-4BA1-F59A891BE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560" y="4018143"/>
            <a:ext cx="4255578" cy="2129599"/>
          </a:xfrm>
          <a:noFill/>
        </p:spPr>
        <p:txBody>
          <a:bodyPr anchor="t">
            <a:normAutofit/>
          </a:bodyPr>
          <a:lstStyle/>
          <a:p>
            <a:r>
              <a:rPr lang="hu-HU" sz="1600">
                <a:solidFill>
                  <a:schemeClr val="bg1"/>
                </a:solidFill>
              </a:rPr>
              <a:t>Kommunikációs workflow felülvizsgálata a csapaton belül</a:t>
            </a:r>
          </a:p>
        </p:txBody>
      </p:sp>
    </p:spTree>
    <p:extLst>
      <p:ext uri="{BB962C8B-B14F-4D97-AF65-F5344CB8AC3E}">
        <p14:creationId xmlns:p14="http://schemas.microsoft.com/office/powerpoint/2010/main" val="2679511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BFEB86-6CDC-5E42-780F-D28DA60A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Desktop alkalmazás fejlesztése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CAFAA5-71E5-7201-3B1D-9D32A01122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83878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82DCF6-A397-4476-399B-AF63638F27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04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Következő lépések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94C44E-7F1B-6913-E4F5-C5CDFFA46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31808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Tartalom helye 4" descr="A képen Animáció, rajzfilm, Számítógépes játék, Animációs film látható">
            <a:extLst>
              <a:ext uri="{FF2B5EF4-FFF2-40B4-BE49-F238E27FC236}">
                <a16:creationId xmlns:a16="http://schemas.microsoft.com/office/drawing/2014/main" id="{17EEF44A-6A29-23FE-0342-B3A04824C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851" r="1414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E92EB45-FA74-3E80-C619-116B6776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Köszönjük a figyelmet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zövegdoboz 5">
            <a:extLst>
              <a:ext uri="{FF2B5EF4-FFF2-40B4-BE49-F238E27FC236}">
                <a16:creationId xmlns:a16="http://schemas.microsoft.com/office/drawing/2014/main" id="{471DA661-4BE4-C0BA-FABB-0A72F6ABDC5A}"/>
              </a:ext>
            </a:extLst>
          </p:cNvPr>
          <p:cNvSpPr txBox="1"/>
          <p:nvPr/>
        </p:nvSpPr>
        <p:spPr>
          <a:xfrm>
            <a:off x="6782456" y="6870700"/>
            <a:ext cx="236154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hu-HU" sz="700">
                <a:solidFill>
                  <a:srgbClr val="FFFFFF"/>
                </a:solidFill>
              </a:rPr>
              <a:t>Cím: </a:t>
            </a:r>
            <a:r>
              <a:rPr lang="hu-HU" sz="700">
                <a:solidFill>
                  <a:srgbClr val="FFFFFF"/>
                </a:solidFill>
                <a:hlinkClick r:id="rId3" tooltip="https://www.baagames.com/2015/07/minecraft-sells-over-20-million-on-pc-mac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Fénykép</a:t>
            </a:r>
            <a:r>
              <a:rPr lang="hu-HU" sz="700">
                <a:solidFill>
                  <a:srgbClr val="FFFFFF"/>
                </a:solidFill>
              </a:rPr>
              <a:t>, készítette: Ismeretlen a készítő, licenc: </a:t>
            </a:r>
            <a:r>
              <a:rPr lang="hu-HU" sz="700">
                <a:solidFill>
                  <a:srgbClr val="FFFFFF"/>
                </a:solidFill>
                <a:hlinkClick r:id="rId4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hu-H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61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219</Words>
  <Application>Microsoft Office PowerPoint</Application>
  <PresentationFormat>Diavetítés a képernyőre (4:3 oldalarány)</PresentationFormat>
  <Paragraphs>36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Meiryo</vt:lpstr>
      <vt:lpstr>Arial</vt:lpstr>
      <vt:lpstr>Calibri</vt:lpstr>
      <vt:lpstr>Office Theme</vt:lpstr>
      <vt:lpstr>RBM Coaching - Projekt Fejlesztési Jelentés</vt:lpstr>
      <vt:lpstr>PowerPoint-bemutató</vt:lpstr>
      <vt:lpstr>PowerPoint-bemutató</vt:lpstr>
      <vt:lpstr>PowerPoint-bemutató</vt:lpstr>
      <vt:lpstr>Projekt előrehaladás</vt:lpstr>
      <vt:lpstr>Összehangolás Nehézségei</vt:lpstr>
      <vt:lpstr>Modern Frontend – React átállás</vt:lpstr>
      <vt:lpstr>PowerPoint-bemutató</vt:lpstr>
      <vt:lpstr>React strukturank</vt:lpstr>
      <vt:lpstr>Web API – Adatbázis réteg modernizálása</vt:lpstr>
      <vt:lpstr>PowerPoint-bemutató</vt:lpstr>
      <vt:lpstr>Desktop alkalmazás fejlesztése</vt:lpstr>
      <vt:lpstr>Következő lépések</vt:lpstr>
      <vt:lpstr>Köszönjük a figyelmet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Rubovszki Balázs</cp:lastModifiedBy>
  <cp:revision>2</cp:revision>
  <dcterms:created xsi:type="dcterms:W3CDTF">2013-01-27T09:14:16Z</dcterms:created>
  <dcterms:modified xsi:type="dcterms:W3CDTF">2025-12-09T07:07:39Z</dcterms:modified>
  <cp:category/>
</cp:coreProperties>
</file>